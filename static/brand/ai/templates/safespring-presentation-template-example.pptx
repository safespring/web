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38"/>
    <p:restoredTop sz="96197"/>
  </p:normalViewPr>
  <p:slideViewPr>
    <p:cSldViewPr snapToGrid="0" snapToObjects="1">
      <p:cViewPr varScale="1">
        <p:scale>
          <a:sx n="127" d="100"/>
          <a:sy n="127" d="100"/>
        </p:scale>
        <p:origin x="624" y="19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70" d="100"/>
          <a:sy n="170" d="100"/>
        </p:scale>
        <p:origin x="537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87EF868E-1ACF-76CB-36FA-1EAD1E8932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2DB4A91C-AF4C-4C0E-DBC3-5606C788B7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6BEB2-F386-3845-97A9-9532EC5897C3}" type="datetimeFigureOut">
              <a:rPr lang="sv-SE" smtClean="0"/>
              <a:t>2026-05-25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36DA909-18CC-8362-831D-3EB9260738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181FFD0-250C-3E7E-8221-39E1BF22F0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F0720-F9D3-2542-99B7-3AFA08BE2AB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53249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914EC3B6-9CFD-BF45-ADED-452A1B731C7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sv-SE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04E7E597-217B-0E4D-8929-2690481B6A1F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sv-SE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1FDFDCA2-DAD5-FD4A-A743-52CD18B43B16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4" name="Platshållare för bildobjekt 3">
            <a:extLst>
              <a:ext uri="{FF2B5EF4-FFF2-40B4-BE49-F238E27FC236}">
                <a16:creationId xmlns:a16="http://schemas.microsoft.com/office/drawing/2014/main" id="{007E4F6B-D4A8-294A-BFFE-23939803B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Platshållare för anteckningar 4">
            <a:extLst>
              <a:ext uri="{FF2B5EF4-FFF2-40B4-BE49-F238E27FC236}">
                <a16:creationId xmlns:a16="http://schemas.microsoft.com/office/drawing/2014/main" id="{538C8640-D7F8-234C-97F6-7AD0D2B433D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22BC8705-909F-1E4D-AA42-1B72B42D7779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sv-SE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4101E1D5-BC43-CE4D-92F2-7A0CCF793B7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sv-SE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696FA3DE-FE99-B340-AA2E-8EE041616F6C}" type="slidenum"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9085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sv-SE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sv-SE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sv-SE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sv-SE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sv-SE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- auto date (Englis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kgrund">
            <a:extLst>
              <a:ext uri="{FF2B5EF4-FFF2-40B4-BE49-F238E27FC236}">
                <a16:creationId xmlns:a16="http://schemas.microsoft.com/office/drawing/2014/main" id="{8B5BAA43-8697-424E-9F46-AE19FA9161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624" y="381597"/>
            <a:ext cx="11430740" cy="6083996"/>
          </a:xfrm>
          <a:custGeom>
            <a:avLst>
              <a:gd name="f0" fmla="val 2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E8EFF3">
                  <a:alpha val="20000"/>
                </a:srgbClr>
              </a:gs>
              <a:gs pos="100000">
                <a:srgbClr val="E8EFF3"/>
              </a:gs>
            </a:gsLst>
            <a:path path="circle">
              <a:fillToRect l="100000" t="100000"/>
            </a:path>
          </a:gradFill>
          <a:ln cap="flat">
            <a:noFill/>
            <a:prstDash val="solid"/>
          </a:ln>
        </p:spPr>
        <p:txBody>
          <a:bodyPr vert="horz" wrap="none" lIns="1367997" tIns="0" rIns="0" bIns="0" anchor="ctr" anchorCtr="1" compatLnSpc="1">
            <a:noAutofit/>
          </a:bodyPr>
          <a:lstStyle/>
          <a:p>
            <a:pPr marL="0" marR="0" lvl="0" indent="0" algn="ctr" defTabSz="914171" rtl="0" fontAlgn="auto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600" b="0" i="0" u="none" strike="noStrike" kern="1200" cap="none" spc="0" baseline="0">
              <a:solidFill>
                <a:srgbClr val="5E5E5E"/>
              </a:solidFill>
              <a:uFillTx/>
              <a:latin typeface="Montserrat Light" pitchFamily="2"/>
            </a:endParaRPr>
          </a:p>
        </p:txBody>
      </p:sp>
      <p:sp>
        <p:nvSpPr>
          <p:cNvPr id="3" name="Bilddatum">
            <a:extLst>
              <a:ext uri="{FF2B5EF4-FFF2-40B4-BE49-F238E27FC236}">
                <a16:creationId xmlns:a16="http://schemas.microsoft.com/office/drawing/2014/main" id="{076A701D-47D3-0140-96DA-665C1BB76A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5EB56CF-95A6-684A-8775-4C7259BD57BE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4" name="Bildnummer">
            <a:extLst>
              <a:ext uri="{FF2B5EF4-FFF2-40B4-BE49-F238E27FC236}">
                <a16:creationId xmlns:a16="http://schemas.microsoft.com/office/drawing/2014/main" id="{3E0DA7A2-018B-4049-BC47-E0E5F2F892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sz="quarter" idx="8"/>
          </p:nvPr>
        </p:nvSpPr>
        <p:spPr>
          <a:xfrm>
            <a:off x="11428779" y="6083996"/>
            <a:ext cx="381597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2E218C0F-2361-4342-99A0-8EF1BC8B3E04}" type="slidenum">
              <a:t>‹#›</a:t>
            </a:fld>
            <a:endParaRPr lang="sv-SE"/>
          </a:p>
        </p:txBody>
      </p:sp>
      <p:sp>
        <p:nvSpPr>
          <p:cNvPr id="14" name="Fyll i datum">
            <a:extLst>
              <a:ext uri="{FF2B5EF4-FFF2-40B4-BE49-F238E27FC236}">
                <a16:creationId xmlns:a16="http://schemas.microsoft.com/office/drawing/2014/main" id="{F9896563-EB98-FDF5-6E37-095A676308D1}"/>
              </a:ext>
            </a:extLst>
          </p:cNvPr>
          <p:cNvSpPr txBox="1"/>
          <p:nvPr userDrawn="1"/>
        </p:nvSpPr>
        <p:spPr>
          <a:xfrm>
            <a:off x="6093341" y="5153521"/>
            <a:ext cx="3373919" cy="403195"/>
          </a:xfrm>
          <a:prstGeom prst="rect">
            <a:avLst/>
          </a:prstGeom>
        </p:spPr>
        <p:txBody>
          <a:bodyPr lIns="0" tIns="0" rIns="0" bIns="0" anchor="t"/>
          <a:lstStyle>
            <a:lvl1pPr marR="0" lvl="0" indent="0" defTabSz="914171" fontAlgn="auto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5B9BD5"/>
              </a:buClr>
              <a:buSzPct val="100000"/>
              <a:buFont typeface="Systemtypsnitt"/>
              <a:buNone/>
              <a:tabLst/>
              <a:defRPr lang="en-US" sz="1400" b="0" i="0" u="none" strike="noStrike" cap="none" spc="0" baseline="0">
                <a:solidFill>
                  <a:srgbClr val="323232"/>
                </a:solidFill>
                <a:uFillTx/>
                <a:latin typeface="Montserrat Light" pitchFamily="2" charset="77"/>
              </a:defRPr>
            </a:lvl1pPr>
            <a:lvl2pPr marL="490539" marR="0" lvl="1" indent="-231772" defTabSz="914171" fontAlgn="auto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D7E0D"/>
              </a:buClr>
              <a:buSzPct val="100000"/>
              <a:buFont typeface="Systemtypsnitt"/>
              <a:buChar char="–"/>
              <a:tabLst/>
              <a:defRPr lang="en-US" sz="1400" b="0" i="1" u="none" strike="noStrike" cap="none" spc="0" baseline="0">
                <a:solidFill>
                  <a:srgbClr val="5E5E5E"/>
                </a:solidFill>
                <a:uFillTx/>
                <a:latin typeface="Montserrat Light" pitchFamily="2"/>
              </a:defRPr>
            </a:lvl2pPr>
            <a:lvl3pPr marL="714375" marR="0" lvl="2" indent="-219071" defTabSz="914171" fontAlgn="auto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5D140"/>
              </a:buClr>
              <a:buSzPct val="100000"/>
              <a:buFont typeface="Systemtypsnitt"/>
              <a:buChar char="+"/>
              <a:tabLst/>
              <a:defRPr lang="sv-SE" sz="1200" b="0" i="0" u="none" strike="noStrike" cap="none" spc="0" baseline="0" dirty="0">
                <a:solidFill>
                  <a:srgbClr val="5E5E5E"/>
                </a:solidFill>
                <a:uFillTx/>
                <a:latin typeface="Montserrat Light" pitchFamily="2"/>
              </a:defRPr>
            </a:lvl3pPr>
            <a:lvl4pPr marL="982663" indent="-223838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4pPr>
            <a:lvl5pPr marL="1293813" indent="-273050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fld id="{68ADB9A0-F3F1-D243-B295-D9807C62C097}" type="datetime1">
              <a:rPr lang="sv-SE" sz="1200"/>
              <a:pPr lvl="0"/>
              <a:t>2026-05-25</a:t>
            </a:fld>
            <a:endParaRPr lang="sv-SE" sz="1200" dirty="0"/>
          </a:p>
        </p:txBody>
      </p:sp>
      <p:sp>
        <p:nvSpPr>
          <p:cNvPr id="13" name="Datum">
            <a:extLst>
              <a:ext uri="{FF2B5EF4-FFF2-40B4-BE49-F238E27FC236}">
                <a16:creationId xmlns:a16="http://schemas.microsoft.com/office/drawing/2014/main" id="{55BAA56D-6442-D2E1-A222-46B8E059E6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3341" y="4969433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DATE</a:t>
            </a:r>
          </a:p>
        </p:txBody>
      </p:sp>
      <p:sp>
        <p:nvSpPr>
          <p:cNvPr id="17" name="Fyll i epost">
            <a:extLst>
              <a:ext uri="{FF2B5EF4-FFF2-40B4-BE49-F238E27FC236}">
                <a16:creationId xmlns:a16="http://schemas.microsoft.com/office/drawing/2014/main" id="{841FD2BB-638A-3D90-D7C8-6B2566A4C7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/>
          </p:nvPr>
        </p:nvSpPr>
        <p:spPr>
          <a:xfrm>
            <a:off x="6093341" y="4582558"/>
            <a:ext cx="5280025" cy="2063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sv-SE" sz="1200" b="0" i="0" u="none" strike="noStrike" kern="1200" cap="none" spc="0" baseline="0" smtClean="0">
                <a:solidFill>
                  <a:srgbClr val="5E5E5E"/>
                </a:solidFill>
                <a:uFillTx/>
                <a:latin typeface="Montserrat" pitchFamily="2" charset="77"/>
              </a:defRPr>
            </a:lvl1pPr>
            <a:lvl2pPr marL="258767" indent="0">
              <a:buNone/>
              <a:defRPr sz="1200"/>
            </a:lvl2pPr>
            <a:lvl3pPr marL="495304" indent="0">
              <a:buNone/>
              <a:defRPr sz="1200"/>
            </a:lvl3pPr>
            <a:lvl4pPr marL="758825" indent="0">
              <a:buNone/>
              <a:defRPr sz="1200"/>
            </a:lvl4pPr>
            <a:lvl5pPr marL="1020763" indent="0">
              <a:buNone/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15" name="Epost">
            <a:extLst>
              <a:ext uri="{FF2B5EF4-FFF2-40B4-BE49-F238E27FC236}">
                <a16:creationId xmlns:a16="http://schemas.microsoft.com/office/drawing/2014/main" id="{91CBBE61-00D8-763A-C76A-2292DC31FBA2}"/>
              </a:ext>
            </a:extLst>
          </p:cNvPr>
          <p:cNvSpPr>
            <a:spLocks/>
          </p:cNvSpPr>
          <p:nvPr userDrawn="1"/>
        </p:nvSpPr>
        <p:spPr>
          <a:xfrm>
            <a:off x="6093341" y="4387372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E-MAIL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1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16" name="Fyll i namn">
            <a:extLst>
              <a:ext uri="{FF2B5EF4-FFF2-40B4-BE49-F238E27FC236}">
                <a16:creationId xmlns:a16="http://schemas.microsoft.com/office/drawing/2014/main" id="{8D94BE49-6694-2C2B-F0BF-79CDBABB92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6093341" y="4001719"/>
            <a:ext cx="5280024" cy="198438"/>
          </a:xfr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200" b="0" i="0">
                <a:latin typeface="Montserrat" pitchFamily="2" charset="77"/>
              </a:defRPr>
            </a:lvl1pPr>
            <a:lvl2pPr marL="258767" indent="0">
              <a:buNone/>
              <a:defRPr sz="1200" b="0" i="0">
                <a:latin typeface="Montserrat" pitchFamily="2" charset="77"/>
              </a:defRPr>
            </a:lvl2pPr>
            <a:lvl3pPr marL="495304" indent="0">
              <a:buNone/>
              <a:defRPr sz="1200" b="0" i="0">
                <a:latin typeface="Montserrat" pitchFamily="2" charset="77"/>
              </a:defRPr>
            </a:lvl3pPr>
            <a:lvl4pPr marL="758825" indent="0">
              <a:buNone/>
              <a:defRPr sz="1200" b="0" i="0">
                <a:latin typeface="Montserrat" pitchFamily="2" charset="77"/>
              </a:defRPr>
            </a:lvl4pPr>
            <a:lvl5pPr marL="1020763" indent="0">
              <a:buNone/>
              <a:defRPr sz="1200" b="0" i="0">
                <a:latin typeface="Montserrat" pitchFamily="2" charset="77"/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8" name="Namn">
            <a:extLst>
              <a:ext uri="{FF2B5EF4-FFF2-40B4-BE49-F238E27FC236}">
                <a16:creationId xmlns:a16="http://schemas.microsoft.com/office/drawing/2014/main" id="{78A38F04-1075-615F-5C17-3457F37269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3341" y="3806216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NAME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1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6" name="Titel">
            <a:extLst>
              <a:ext uri="{FF2B5EF4-FFF2-40B4-BE49-F238E27FC236}">
                <a16:creationId xmlns:a16="http://schemas.microsoft.com/office/drawing/2014/main" id="{755CDA80-7FE1-614A-8796-8714EEA929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6093341" y="1413923"/>
            <a:ext cx="4744556" cy="1597520"/>
          </a:xfrm>
          <a:prstGeom prst="rect">
            <a:avLst/>
          </a:prstGeom>
        </p:spPr>
        <p:txBody>
          <a:bodyPr wrap="square" lIns="0" tIns="0" rIns="0" bIns="0" anchor="b"/>
          <a:lstStyle>
            <a:lvl1pPr>
              <a:lnSpc>
                <a:spcPct val="100000"/>
              </a:lnSpc>
              <a:defRPr sz="3600">
                <a:solidFill>
                  <a:srgbClr val="195F8C"/>
                </a:solidFill>
              </a:defRPr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cxnSp>
        <p:nvCxnSpPr>
          <p:cNvPr id="40" name="Linje">
            <a:extLst>
              <a:ext uri="{FF2B5EF4-FFF2-40B4-BE49-F238E27FC236}">
                <a16:creationId xmlns:a16="http://schemas.microsoft.com/office/drawing/2014/main" id="{23BBF506-5657-984E-B016-AEB01538F56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692220" y="767080"/>
            <a:ext cx="0" cy="5323840"/>
          </a:xfrm>
          <a:prstGeom prst="line">
            <a:avLst/>
          </a:prstGeom>
          <a:ln w="3175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Safespring logotyp">
            <a:extLst>
              <a:ext uri="{FF2B5EF4-FFF2-40B4-BE49-F238E27FC236}">
                <a16:creationId xmlns:a16="http://schemas.microsoft.com/office/drawing/2014/main" id="{D9F13287-0E25-8B4B-9C85-F0E1C87BE6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3253" y="2192118"/>
            <a:ext cx="2487339" cy="2462953"/>
          </a:xfrm>
          <a:prstGeom prst="rect">
            <a:avLst/>
          </a:prstGeom>
        </p:spPr>
      </p:pic>
      <p:pic>
        <p:nvPicPr>
          <p:cNvPr id="42" name="Sigill">
            <a:extLst>
              <a:ext uri="{FF2B5EF4-FFF2-40B4-BE49-F238E27FC236}">
                <a16:creationId xmlns:a16="http://schemas.microsoft.com/office/drawing/2014/main" id="{74A31BF6-A04A-6042-AA80-95A6DD0B77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31378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- edit date (Englis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kgrund">
            <a:extLst>
              <a:ext uri="{FF2B5EF4-FFF2-40B4-BE49-F238E27FC236}">
                <a16:creationId xmlns:a16="http://schemas.microsoft.com/office/drawing/2014/main" id="{6E518D02-4AAA-FF88-A2A8-7DE67B1D8A2D}"/>
              </a:ext>
            </a:extLst>
          </p:cNvPr>
          <p:cNvSpPr/>
          <p:nvPr userDrawn="1"/>
        </p:nvSpPr>
        <p:spPr>
          <a:xfrm>
            <a:off x="381624" y="381597"/>
            <a:ext cx="11430740" cy="6083996"/>
          </a:xfrm>
          <a:custGeom>
            <a:avLst>
              <a:gd name="f0" fmla="val 2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E8EFF3">
                  <a:alpha val="20000"/>
                </a:srgbClr>
              </a:gs>
              <a:gs pos="100000">
                <a:srgbClr val="E8EFF3"/>
              </a:gs>
            </a:gsLst>
            <a:path path="circle">
              <a:fillToRect l="100000" t="100000"/>
            </a:path>
          </a:gradFill>
          <a:ln cap="flat">
            <a:noFill/>
            <a:prstDash val="solid"/>
          </a:ln>
        </p:spPr>
        <p:txBody>
          <a:bodyPr vert="horz" wrap="none" lIns="1367997" tIns="0" rIns="0" bIns="0" anchor="ctr" anchorCtr="1" compatLnSpc="1">
            <a:noAutofit/>
          </a:bodyPr>
          <a:lstStyle/>
          <a:p>
            <a:pPr marL="0" marR="0" lvl="0" indent="0" algn="ctr" defTabSz="914171" rtl="0" fontAlgn="auto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600" b="0" i="0" u="none" strike="noStrike" kern="1200" cap="none" spc="0" baseline="0">
              <a:solidFill>
                <a:srgbClr val="5E5E5E"/>
              </a:solidFill>
              <a:uFillTx/>
              <a:latin typeface="Montserrat Light" pitchFamily="2"/>
            </a:endParaRPr>
          </a:p>
        </p:txBody>
      </p:sp>
      <p:sp>
        <p:nvSpPr>
          <p:cNvPr id="13" name="Bilddatum">
            <a:extLst>
              <a:ext uri="{FF2B5EF4-FFF2-40B4-BE49-F238E27FC236}">
                <a16:creationId xmlns:a16="http://schemas.microsoft.com/office/drawing/2014/main" id="{8788F443-1215-3195-27E7-24D6C34B6E1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381597" y="6094796"/>
            <a:ext cx="763203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65EB56CF-95A6-684A-8775-4C7259BD57BE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14" name="Bildnummer">
            <a:extLst>
              <a:ext uri="{FF2B5EF4-FFF2-40B4-BE49-F238E27FC236}">
                <a16:creationId xmlns:a16="http://schemas.microsoft.com/office/drawing/2014/main" id="{9580463B-9A7F-6AF5-4342-8B2FF9A2FD6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28779" y="6083996"/>
            <a:ext cx="381597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2E218C0F-2361-4342-99A0-8EF1BC8B3E04}" type="slidenum">
              <a:t>‹#›</a:t>
            </a:fld>
            <a:endParaRPr lang="sv-SE"/>
          </a:p>
        </p:txBody>
      </p:sp>
      <p:sp>
        <p:nvSpPr>
          <p:cNvPr id="8" name="Fyll i datum">
            <a:extLst>
              <a:ext uri="{FF2B5EF4-FFF2-40B4-BE49-F238E27FC236}">
                <a16:creationId xmlns:a16="http://schemas.microsoft.com/office/drawing/2014/main" id="{E84208CD-F814-0A8B-0474-51F7C0D4E5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9130" y="5149573"/>
            <a:ext cx="5280025" cy="2063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sv-SE" sz="1200" b="0" i="0" u="none" strike="noStrike" kern="1200" cap="none" spc="0" baseline="0" smtClean="0">
                <a:solidFill>
                  <a:srgbClr val="5E5E5E"/>
                </a:solidFill>
                <a:uFillTx/>
                <a:latin typeface="Montserrat" pitchFamily="2" charset="77"/>
              </a:defRPr>
            </a:lvl1pPr>
            <a:lvl2pPr marL="258767" indent="0">
              <a:buNone/>
              <a:defRPr sz="1200"/>
            </a:lvl2pPr>
            <a:lvl3pPr marL="495304" indent="0">
              <a:buNone/>
              <a:defRPr sz="1200"/>
            </a:lvl3pPr>
            <a:lvl4pPr marL="758825" indent="0">
              <a:buNone/>
              <a:defRPr sz="1200"/>
            </a:lvl4pPr>
            <a:lvl5pPr marL="1020763" indent="0">
              <a:buNone/>
              <a:defRPr sz="1200"/>
            </a:lvl5pPr>
          </a:lstStyle>
          <a:p>
            <a:pPr lvl="0"/>
            <a:r>
              <a:rPr lang="sv-SE" dirty="0"/>
              <a:t>2024-01-01</a:t>
            </a:r>
          </a:p>
        </p:txBody>
      </p:sp>
      <p:sp>
        <p:nvSpPr>
          <p:cNvPr id="16" name="Datum">
            <a:extLst>
              <a:ext uri="{FF2B5EF4-FFF2-40B4-BE49-F238E27FC236}">
                <a16:creationId xmlns:a16="http://schemas.microsoft.com/office/drawing/2014/main" id="{2CAD3D5C-342E-CD98-A4CB-A88CBFD5E75B}"/>
              </a:ext>
            </a:extLst>
          </p:cNvPr>
          <p:cNvSpPr/>
          <p:nvPr userDrawn="1"/>
        </p:nvSpPr>
        <p:spPr>
          <a:xfrm>
            <a:off x="6093341" y="4969433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DATE</a:t>
            </a:r>
          </a:p>
        </p:txBody>
      </p:sp>
      <p:sp>
        <p:nvSpPr>
          <p:cNvPr id="17" name="Fyll i epost">
            <a:extLst>
              <a:ext uri="{FF2B5EF4-FFF2-40B4-BE49-F238E27FC236}">
                <a16:creationId xmlns:a16="http://schemas.microsoft.com/office/drawing/2014/main" id="{39695AE7-EA94-2064-9929-A497A0CC49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3341" y="4582558"/>
            <a:ext cx="5280025" cy="2063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sv-SE" sz="1200" b="0" i="0" u="none" strike="noStrike" kern="1200" cap="none" spc="0" baseline="0" smtClean="0">
                <a:solidFill>
                  <a:srgbClr val="5E5E5E"/>
                </a:solidFill>
                <a:uFillTx/>
                <a:latin typeface="Montserrat" pitchFamily="2" charset="77"/>
              </a:defRPr>
            </a:lvl1pPr>
            <a:lvl2pPr marL="258767" indent="0">
              <a:buNone/>
              <a:defRPr sz="1200"/>
            </a:lvl2pPr>
            <a:lvl3pPr marL="495304" indent="0">
              <a:buNone/>
              <a:defRPr sz="1200"/>
            </a:lvl3pPr>
            <a:lvl4pPr marL="758825" indent="0">
              <a:buNone/>
              <a:defRPr sz="1200"/>
            </a:lvl4pPr>
            <a:lvl5pPr marL="1020763" indent="0">
              <a:buNone/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18" name="Epost">
            <a:extLst>
              <a:ext uri="{FF2B5EF4-FFF2-40B4-BE49-F238E27FC236}">
                <a16:creationId xmlns:a16="http://schemas.microsoft.com/office/drawing/2014/main" id="{C8ECDF73-CBDB-B245-5848-D90EE7438642}"/>
              </a:ext>
            </a:extLst>
          </p:cNvPr>
          <p:cNvSpPr>
            <a:spLocks/>
          </p:cNvSpPr>
          <p:nvPr userDrawn="1"/>
        </p:nvSpPr>
        <p:spPr>
          <a:xfrm>
            <a:off x="6093341" y="4387372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E-MAIL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1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19" name="Fyll i namn">
            <a:extLst>
              <a:ext uri="{FF2B5EF4-FFF2-40B4-BE49-F238E27FC236}">
                <a16:creationId xmlns:a16="http://schemas.microsoft.com/office/drawing/2014/main" id="{FE92DFE1-D7EC-A7F3-C758-E7DC4FA3AE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3341" y="4001719"/>
            <a:ext cx="5280024" cy="198438"/>
          </a:xfr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200" b="0" i="0">
                <a:latin typeface="Montserrat" pitchFamily="2" charset="77"/>
              </a:defRPr>
            </a:lvl1pPr>
            <a:lvl2pPr marL="258767" indent="0">
              <a:buNone/>
              <a:defRPr sz="1200" b="0" i="0">
                <a:latin typeface="Montserrat" pitchFamily="2" charset="77"/>
              </a:defRPr>
            </a:lvl2pPr>
            <a:lvl3pPr marL="495304" indent="0">
              <a:buNone/>
              <a:defRPr sz="1200" b="0" i="0">
                <a:latin typeface="Montserrat" pitchFamily="2" charset="77"/>
              </a:defRPr>
            </a:lvl3pPr>
            <a:lvl4pPr marL="758825" indent="0">
              <a:buNone/>
              <a:defRPr sz="1200" b="0" i="0">
                <a:latin typeface="Montserrat" pitchFamily="2" charset="77"/>
              </a:defRPr>
            </a:lvl4pPr>
            <a:lvl5pPr marL="1020763" indent="0">
              <a:buNone/>
              <a:defRPr sz="1200" b="0" i="0">
                <a:latin typeface="Montserrat" pitchFamily="2" charset="77"/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20" name="Namn">
            <a:extLst>
              <a:ext uri="{FF2B5EF4-FFF2-40B4-BE49-F238E27FC236}">
                <a16:creationId xmlns:a16="http://schemas.microsoft.com/office/drawing/2014/main" id="{E52295AA-5921-4F3E-1252-CF55E888A43B}"/>
              </a:ext>
            </a:extLst>
          </p:cNvPr>
          <p:cNvSpPr/>
          <p:nvPr userDrawn="1"/>
        </p:nvSpPr>
        <p:spPr>
          <a:xfrm>
            <a:off x="6093341" y="3806216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NAME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1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21" name="Titel">
            <a:extLst>
              <a:ext uri="{FF2B5EF4-FFF2-40B4-BE49-F238E27FC236}">
                <a16:creationId xmlns:a16="http://schemas.microsoft.com/office/drawing/2014/main" id="{74E40387-A2CF-855B-0582-2CE8974DA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3341" y="1413923"/>
            <a:ext cx="4744556" cy="1597520"/>
          </a:xfrm>
          <a:prstGeom prst="rect">
            <a:avLst/>
          </a:prstGeom>
        </p:spPr>
        <p:txBody>
          <a:bodyPr wrap="square" lIns="0" tIns="0" rIns="0" bIns="0" anchor="b"/>
          <a:lstStyle>
            <a:lvl1pPr>
              <a:lnSpc>
                <a:spcPct val="100000"/>
              </a:lnSpc>
              <a:defRPr sz="3600">
                <a:solidFill>
                  <a:srgbClr val="195F8C"/>
                </a:solidFill>
              </a:defRPr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cxnSp>
        <p:nvCxnSpPr>
          <p:cNvPr id="22" name="Linje">
            <a:extLst>
              <a:ext uri="{FF2B5EF4-FFF2-40B4-BE49-F238E27FC236}">
                <a16:creationId xmlns:a16="http://schemas.microsoft.com/office/drawing/2014/main" id="{BA3EFDC7-3357-593D-54B8-78D212EDAD3C}"/>
              </a:ext>
            </a:extLst>
          </p:cNvPr>
          <p:cNvCxnSpPr/>
          <p:nvPr userDrawn="1"/>
        </p:nvCxnSpPr>
        <p:spPr>
          <a:xfrm>
            <a:off x="5692220" y="767080"/>
            <a:ext cx="0" cy="5323840"/>
          </a:xfrm>
          <a:prstGeom prst="line">
            <a:avLst/>
          </a:prstGeom>
          <a:ln w="3175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Safespring logotyp">
            <a:extLst>
              <a:ext uri="{FF2B5EF4-FFF2-40B4-BE49-F238E27FC236}">
                <a16:creationId xmlns:a16="http://schemas.microsoft.com/office/drawing/2014/main" id="{77EAFC60-D4AF-4A15-BE04-BA3674585748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3253" y="2192118"/>
            <a:ext cx="2487339" cy="2462953"/>
          </a:xfrm>
          <a:prstGeom prst="rect">
            <a:avLst/>
          </a:prstGeom>
        </p:spPr>
      </p:pic>
      <p:pic>
        <p:nvPicPr>
          <p:cNvPr id="24" name="Sigill">
            <a:extLst>
              <a:ext uri="{FF2B5EF4-FFF2-40B4-BE49-F238E27FC236}">
                <a16:creationId xmlns:a16="http://schemas.microsoft.com/office/drawing/2014/main" id="{FA5366C8-58BF-4BC9-7FCE-3E1C29A10DC3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1979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- auto date (Swedis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akgrund">
            <a:extLst>
              <a:ext uri="{FF2B5EF4-FFF2-40B4-BE49-F238E27FC236}">
                <a16:creationId xmlns:a16="http://schemas.microsoft.com/office/drawing/2014/main" id="{EAE1DD09-0A63-D67A-BC99-665356826342}"/>
              </a:ext>
            </a:extLst>
          </p:cNvPr>
          <p:cNvSpPr/>
          <p:nvPr userDrawn="1"/>
        </p:nvSpPr>
        <p:spPr>
          <a:xfrm>
            <a:off x="381624" y="381597"/>
            <a:ext cx="11430740" cy="6083996"/>
          </a:xfrm>
          <a:custGeom>
            <a:avLst>
              <a:gd name="f0" fmla="val 2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E8EFF3">
                  <a:alpha val="20000"/>
                </a:srgbClr>
              </a:gs>
              <a:gs pos="100000">
                <a:srgbClr val="E8EFF3"/>
              </a:gs>
            </a:gsLst>
            <a:path path="circle">
              <a:fillToRect l="100000" t="100000"/>
            </a:path>
          </a:gradFill>
          <a:ln cap="flat">
            <a:noFill/>
            <a:prstDash val="solid"/>
          </a:ln>
        </p:spPr>
        <p:txBody>
          <a:bodyPr vert="horz" wrap="none" lIns="1367997" tIns="0" rIns="0" bIns="0" anchor="ctr" anchorCtr="1" compatLnSpc="1">
            <a:noAutofit/>
          </a:bodyPr>
          <a:lstStyle/>
          <a:p>
            <a:pPr marL="0" marR="0" lvl="0" indent="0" algn="ctr" defTabSz="914171" rtl="0" fontAlgn="auto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600" b="0" i="0" u="none" strike="noStrike" kern="1200" cap="none" spc="0" baseline="0">
              <a:solidFill>
                <a:srgbClr val="5E5E5E"/>
              </a:solidFill>
              <a:uFillTx/>
              <a:latin typeface="Montserrat Light" pitchFamily="2"/>
            </a:endParaRPr>
          </a:p>
        </p:txBody>
      </p:sp>
      <p:sp>
        <p:nvSpPr>
          <p:cNvPr id="19" name="Bilddatum">
            <a:extLst>
              <a:ext uri="{FF2B5EF4-FFF2-40B4-BE49-F238E27FC236}">
                <a16:creationId xmlns:a16="http://schemas.microsoft.com/office/drawing/2014/main" id="{4A834BBD-01D1-535A-C5F0-702926A5877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381597" y="6094796"/>
            <a:ext cx="763203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65EB56CF-95A6-684A-8775-4C7259BD57BE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20" name="Bildnummer">
            <a:extLst>
              <a:ext uri="{FF2B5EF4-FFF2-40B4-BE49-F238E27FC236}">
                <a16:creationId xmlns:a16="http://schemas.microsoft.com/office/drawing/2014/main" id="{7E57D64D-C318-BDE3-C9A8-25C76E3FC58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28779" y="6083996"/>
            <a:ext cx="381597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2E218C0F-2361-4342-99A0-8EF1BC8B3E04}" type="slidenum">
              <a:t>‹#›</a:t>
            </a:fld>
            <a:endParaRPr lang="sv-SE"/>
          </a:p>
        </p:txBody>
      </p:sp>
      <p:sp>
        <p:nvSpPr>
          <p:cNvPr id="21" name="Fyll i datum">
            <a:extLst>
              <a:ext uri="{FF2B5EF4-FFF2-40B4-BE49-F238E27FC236}">
                <a16:creationId xmlns:a16="http://schemas.microsoft.com/office/drawing/2014/main" id="{9D787936-66CE-090C-CF84-5683370A2D9F}"/>
              </a:ext>
            </a:extLst>
          </p:cNvPr>
          <p:cNvSpPr txBox="1"/>
          <p:nvPr userDrawn="1"/>
        </p:nvSpPr>
        <p:spPr>
          <a:xfrm>
            <a:off x="6093341" y="5153521"/>
            <a:ext cx="3373919" cy="403195"/>
          </a:xfrm>
          <a:prstGeom prst="rect">
            <a:avLst/>
          </a:prstGeom>
        </p:spPr>
        <p:txBody>
          <a:bodyPr lIns="0" tIns="0" rIns="0" bIns="0" anchor="t"/>
          <a:lstStyle>
            <a:lvl1pPr marR="0" lvl="0" indent="0" defTabSz="914171" fontAlgn="auto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5B9BD5"/>
              </a:buClr>
              <a:buSzPct val="100000"/>
              <a:buFont typeface="Systemtypsnitt"/>
              <a:buNone/>
              <a:tabLst/>
              <a:defRPr lang="en-US" sz="1400" b="0" i="0" u="none" strike="noStrike" cap="none" spc="0" baseline="0">
                <a:solidFill>
                  <a:srgbClr val="323232"/>
                </a:solidFill>
                <a:uFillTx/>
                <a:latin typeface="Montserrat Light" pitchFamily="2" charset="77"/>
              </a:defRPr>
            </a:lvl1pPr>
            <a:lvl2pPr marL="490539" marR="0" lvl="1" indent="-231772" defTabSz="914171" fontAlgn="auto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D7E0D"/>
              </a:buClr>
              <a:buSzPct val="100000"/>
              <a:buFont typeface="Systemtypsnitt"/>
              <a:buChar char="–"/>
              <a:tabLst/>
              <a:defRPr lang="en-US" sz="1400" b="0" i="1" u="none" strike="noStrike" cap="none" spc="0" baseline="0">
                <a:solidFill>
                  <a:srgbClr val="5E5E5E"/>
                </a:solidFill>
                <a:uFillTx/>
                <a:latin typeface="Montserrat Light" pitchFamily="2"/>
              </a:defRPr>
            </a:lvl2pPr>
            <a:lvl3pPr marL="714375" marR="0" lvl="2" indent="-219071" defTabSz="914171" fontAlgn="auto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5D140"/>
              </a:buClr>
              <a:buSzPct val="100000"/>
              <a:buFont typeface="Systemtypsnitt"/>
              <a:buChar char="+"/>
              <a:tabLst/>
              <a:defRPr lang="sv-SE" sz="1200" b="0" i="0" u="none" strike="noStrike" cap="none" spc="0" baseline="0" dirty="0">
                <a:solidFill>
                  <a:srgbClr val="5E5E5E"/>
                </a:solidFill>
                <a:uFillTx/>
                <a:latin typeface="Montserrat Light" pitchFamily="2"/>
              </a:defRPr>
            </a:lvl3pPr>
            <a:lvl4pPr marL="982663" indent="-223838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4pPr>
            <a:lvl5pPr marL="1293813" indent="-273050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fld id="{68ADB9A0-F3F1-D243-B295-D9807C62C097}" type="datetime1">
              <a:rPr lang="sv-SE" sz="1200"/>
              <a:pPr lvl="0"/>
              <a:t>2026-05-25</a:t>
            </a:fld>
            <a:endParaRPr lang="sv-SE" sz="1200" dirty="0"/>
          </a:p>
        </p:txBody>
      </p:sp>
      <p:sp>
        <p:nvSpPr>
          <p:cNvPr id="22" name="Datum">
            <a:extLst>
              <a:ext uri="{FF2B5EF4-FFF2-40B4-BE49-F238E27FC236}">
                <a16:creationId xmlns:a16="http://schemas.microsoft.com/office/drawing/2014/main" id="{133A923B-1237-F004-84A2-928355449E99}"/>
              </a:ext>
            </a:extLst>
          </p:cNvPr>
          <p:cNvSpPr/>
          <p:nvPr userDrawn="1"/>
        </p:nvSpPr>
        <p:spPr>
          <a:xfrm>
            <a:off x="6093341" y="4969433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DATUM</a:t>
            </a:r>
          </a:p>
        </p:txBody>
      </p:sp>
      <p:sp>
        <p:nvSpPr>
          <p:cNvPr id="23" name="Fyll i epost">
            <a:extLst>
              <a:ext uri="{FF2B5EF4-FFF2-40B4-BE49-F238E27FC236}">
                <a16:creationId xmlns:a16="http://schemas.microsoft.com/office/drawing/2014/main" id="{2A49BA7E-291C-9CAF-8979-17AF79BDC3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3341" y="4582558"/>
            <a:ext cx="5280025" cy="2063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sv-SE" sz="1200" b="0" i="0" u="none" strike="noStrike" kern="1200" cap="none" spc="0" baseline="0" smtClean="0">
                <a:solidFill>
                  <a:srgbClr val="5E5E5E"/>
                </a:solidFill>
                <a:uFillTx/>
                <a:latin typeface="Montserrat" pitchFamily="2" charset="77"/>
              </a:defRPr>
            </a:lvl1pPr>
            <a:lvl2pPr marL="258767" indent="0">
              <a:buNone/>
              <a:defRPr sz="1200"/>
            </a:lvl2pPr>
            <a:lvl3pPr marL="495304" indent="0">
              <a:buNone/>
              <a:defRPr sz="1200"/>
            </a:lvl3pPr>
            <a:lvl4pPr marL="758825" indent="0">
              <a:buNone/>
              <a:defRPr sz="1200"/>
            </a:lvl4pPr>
            <a:lvl5pPr marL="1020763" indent="0">
              <a:buNone/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24" name="Epost">
            <a:extLst>
              <a:ext uri="{FF2B5EF4-FFF2-40B4-BE49-F238E27FC236}">
                <a16:creationId xmlns:a16="http://schemas.microsoft.com/office/drawing/2014/main" id="{35B57A11-EF37-0EB6-B9CC-FBEDAC311CAC}"/>
              </a:ext>
            </a:extLst>
          </p:cNvPr>
          <p:cNvSpPr>
            <a:spLocks/>
          </p:cNvSpPr>
          <p:nvPr userDrawn="1"/>
        </p:nvSpPr>
        <p:spPr>
          <a:xfrm>
            <a:off x="6093341" y="4387372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E-POST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1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25" name="Fyll i namn">
            <a:extLst>
              <a:ext uri="{FF2B5EF4-FFF2-40B4-BE49-F238E27FC236}">
                <a16:creationId xmlns:a16="http://schemas.microsoft.com/office/drawing/2014/main" id="{366BEF63-D3C6-E592-DA65-C9F5D5A6CD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3341" y="4001719"/>
            <a:ext cx="5280024" cy="198438"/>
          </a:xfr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200" b="0" i="0">
                <a:latin typeface="Montserrat" pitchFamily="2" charset="77"/>
              </a:defRPr>
            </a:lvl1pPr>
            <a:lvl2pPr marL="258767" indent="0">
              <a:buNone/>
              <a:defRPr sz="1200" b="0" i="0">
                <a:latin typeface="Montserrat" pitchFamily="2" charset="77"/>
              </a:defRPr>
            </a:lvl2pPr>
            <a:lvl3pPr marL="495304" indent="0">
              <a:buNone/>
              <a:defRPr sz="1200" b="0" i="0">
                <a:latin typeface="Montserrat" pitchFamily="2" charset="77"/>
              </a:defRPr>
            </a:lvl3pPr>
            <a:lvl4pPr marL="758825" indent="0">
              <a:buNone/>
              <a:defRPr sz="1200" b="0" i="0">
                <a:latin typeface="Montserrat" pitchFamily="2" charset="77"/>
              </a:defRPr>
            </a:lvl4pPr>
            <a:lvl5pPr marL="1020763" indent="0">
              <a:buNone/>
              <a:defRPr sz="1200" b="0" i="0">
                <a:latin typeface="Montserrat" pitchFamily="2" charset="77"/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26" name="Namn">
            <a:extLst>
              <a:ext uri="{FF2B5EF4-FFF2-40B4-BE49-F238E27FC236}">
                <a16:creationId xmlns:a16="http://schemas.microsoft.com/office/drawing/2014/main" id="{7DD3AD71-6BD9-F975-51DB-6E89136C5A94}"/>
              </a:ext>
            </a:extLst>
          </p:cNvPr>
          <p:cNvSpPr/>
          <p:nvPr userDrawn="1"/>
        </p:nvSpPr>
        <p:spPr>
          <a:xfrm>
            <a:off x="6093341" y="3806216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NAMN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1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27" name="Titel">
            <a:extLst>
              <a:ext uri="{FF2B5EF4-FFF2-40B4-BE49-F238E27FC236}">
                <a16:creationId xmlns:a16="http://schemas.microsoft.com/office/drawing/2014/main" id="{D309A48C-E1CF-814F-5D70-A237FA7D7C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3341" y="1413923"/>
            <a:ext cx="4744556" cy="1597520"/>
          </a:xfrm>
          <a:prstGeom prst="rect">
            <a:avLst/>
          </a:prstGeom>
        </p:spPr>
        <p:txBody>
          <a:bodyPr wrap="square" lIns="0" tIns="0" rIns="0" bIns="0" anchor="b"/>
          <a:lstStyle>
            <a:lvl1pPr>
              <a:lnSpc>
                <a:spcPct val="100000"/>
              </a:lnSpc>
              <a:defRPr sz="3600">
                <a:solidFill>
                  <a:srgbClr val="195F8C"/>
                </a:solidFill>
              </a:defRPr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cxnSp>
        <p:nvCxnSpPr>
          <p:cNvPr id="28" name="Linje">
            <a:extLst>
              <a:ext uri="{FF2B5EF4-FFF2-40B4-BE49-F238E27FC236}">
                <a16:creationId xmlns:a16="http://schemas.microsoft.com/office/drawing/2014/main" id="{F30F0810-314F-AD33-F7B7-15E83C3E1A37}"/>
              </a:ext>
            </a:extLst>
          </p:cNvPr>
          <p:cNvCxnSpPr/>
          <p:nvPr userDrawn="1"/>
        </p:nvCxnSpPr>
        <p:spPr>
          <a:xfrm>
            <a:off x="5692220" y="767080"/>
            <a:ext cx="0" cy="5323840"/>
          </a:xfrm>
          <a:prstGeom prst="line">
            <a:avLst/>
          </a:prstGeom>
          <a:ln w="3175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Safespring logotyp">
            <a:extLst>
              <a:ext uri="{FF2B5EF4-FFF2-40B4-BE49-F238E27FC236}">
                <a16:creationId xmlns:a16="http://schemas.microsoft.com/office/drawing/2014/main" id="{5302D30C-B982-58A0-84B1-71AB6ADCA76D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3253" y="2192118"/>
            <a:ext cx="2487339" cy="2462953"/>
          </a:xfrm>
          <a:prstGeom prst="rect">
            <a:avLst/>
          </a:prstGeom>
        </p:spPr>
      </p:pic>
      <p:pic>
        <p:nvPicPr>
          <p:cNvPr id="30" name="Sigill">
            <a:extLst>
              <a:ext uri="{FF2B5EF4-FFF2-40B4-BE49-F238E27FC236}">
                <a16:creationId xmlns:a16="http://schemas.microsoft.com/office/drawing/2014/main" id="{1BA7C35E-385C-20B0-A1EA-4FE079B2707C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706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- edit date (Swedis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kgrund">
            <a:extLst>
              <a:ext uri="{FF2B5EF4-FFF2-40B4-BE49-F238E27FC236}">
                <a16:creationId xmlns:a16="http://schemas.microsoft.com/office/drawing/2014/main" id="{6E518D02-4AAA-FF88-A2A8-7DE67B1D8A2D}"/>
              </a:ext>
            </a:extLst>
          </p:cNvPr>
          <p:cNvSpPr/>
          <p:nvPr userDrawn="1"/>
        </p:nvSpPr>
        <p:spPr>
          <a:xfrm>
            <a:off x="381624" y="381597"/>
            <a:ext cx="11430740" cy="6083996"/>
          </a:xfrm>
          <a:custGeom>
            <a:avLst>
              <a:gd name="f0" fmla="val 2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E8EFF3">
                  <a:alpha val="20000"/>
                </a:srgbClr>
              </a:gs>
              <a:gs pos="100000">
                <a:srgbClr val="E8EFF3"/>
              </a:gs>
            </a:gsLst>
            <a:path path="circle">
              <a:fillToRect l="100000" t="100000"/>
            </a:path>
          </a:gradFill>
          <a:ln cap="flat">
            <a:noFill/>
            <a:prstDash val="solid"/>
          </a:ln>
        </p:spPr>
        <p:txBody>
          <a:bodyPr vert="horz" wrap="none" lIns="1367997" tIns="0" rIns="0" bIns="0" anchor="ctr" anchorCtr="1" compatLnSpc="1">
            <a:noAutofit/>
          </a:bodyPr>
          <a:lstStyle/>
          <a:p>
            <a:pPr marL="0" marR="0" lvl="0" indent="0" algn="ctr" defTabSz="914171" rtl="0" fontAlgn="auto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600" b="0" i="0" u="none" strike="noStrike" kern="1200" cap="none" spc="0" baseline="0">
              <a:solidFill>
                <a:srgbClr val="5E5E5E"/>
              </a:solidFill>
              <a:uFillTx/>
              <a:latin typeface="Montserrat Light" pitchFamily="2"/>
            </a:endParaRPr>
          </a:p>
        </p:txBody>
      </p:sp>
      <p:sp>
        <p:nvSpPr>
          <p:cNvPr id="13" name="Bilddatum">
            <a:extLst>
              <a:ext uri="{FF2B5EF4-FFF2-40B4-BE49-F238E27FC236}">
                <a16:creationId xmlns:a16="http://schemas.microsoft.com/office/drawing/2014/main" id="{8788F443-1215-3195-27E7-24D6C34B6E1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381597" y="6094796"/>
            <a:ext cx="763203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65EB56CF-95A6-684A-8775-4C7259BD57BE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14" name="Bildnummer">
            <a:extLst>
              <a:ext uri="{FF2B5EF4-FFF2-40B4-BE49-F238E27FC236}">
                <a16:creationId xmlns:a16="http://schemas.microsoft.com/office/drawing/2014/main" id="{9580463B-9A7F-6AF5-4342-8B2FF9A2FD6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28779" y="6083996"/>
            <a:ext cx="381597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2E218C0F-2361-4342-99A0-8EF1BC8B3E04}" type="slidenum">
              <a:t>‹#›</a:t>
            </a:fld>
            <a:endParaRPr lang="sv-SE"/>
          </a:p>
        </p:txBody>
      </p:sp>
      <p:sp>
        <p:nvSpPr>
          <p:cNvPr id="8" name="Fyll i datum">
            <a:extLst>
              <a:ext uri="{FF2B5EF4-FFF2-40B4-BE49-F238E27FC236}">
                <a16:creationId xmlns:a16="http://schemas.microsoft.com/office/drawing/2014/main" id="{E84208CD-F814-0A8B-0474-51F7C0D4E5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9130" y="5149573"/>
            <a:ext cx="5280025" cy="2063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sv-SE" sz="1200" b="0" i="0" u="none" strike="noStrike" kern="1200" cap="none" spc="0" baseline="0" smtClean="0">
                <a:solidFill>
                  <a:srgbClr val="5E5E5E"/>
                </a:solidFill>
                <a:uFillTx/>
                <a:latin typeface="Montserrat" pitchFamily="2" charset="77"/>
              </a:defRPr>
            </a:lvl1pPr>
            <a:lvl2pPr marL="258767" indent="0">
              <a:buNone/>
              <a:defRPr sz="1200"/>
            </a:lvl2pPr>
            <a:lvl3pPr marL="495304" indent="0">
              <a:buNone/>
              <a:defRPr sz="1200"/>
            </a:lvl3pPr>
            <a:lvl4pPr marL="758825" indent="0">
              <a:buNone/>
              <a:defRPr sz="1200"/>
            </a:lvl4pPr>
            <a:lvl5pPr marL="1020763" indent="0">
              <a:buNone/>
              <a:defRPr sz="1200"/>
            </a:lvl5pPr>
          </a:lstStyle>
          <a:p>
            <a:pPr lvl="0"/>
            <a:r>
              <a:rPr lang="sv-SE" dirty="0"/>
              <a:t>2024-01-01</a:t>
            </a:r>
          </a:p>
        </p:txBody>
      </p:sp>
      <p:sp>
        <p:nvSpPr>
          <p:cNvPr id="16" name="Datum">
            <a:extLst>
              <a:ext uri="{FF2B5EF4-FFF2-40B4-BE49-F238E27FC236}">
                <a16:creationId xmlns:a16="http://schemas.microsoft.com/office/drawing/2014/main" id="{2CAD3D5C-342E-CD98-A4CB-A88CBFD5E75B}"/>
              </a:ext>
            </a:extLst>
          </p:cNvPr>
          <p:cNvSpPr/>
          <p:nvPr userDrawn="1"/>
        </p:nvSpPr>
        <p:spPr>
          <a:xfrm>
            <a:off x="6093341" y="4969433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DATUM</a:t>
            </a:r>
          </a:p>
        </p:txBody>
      </p:sp>
      <p:sp>
        <p:nvSpPr>
          <p:cNvPr id="17" name="Fyll i epost">
            <a:extLst>
              <a:ext uri="{FF2B5EF4-FFF2-40B4-BE49-F238E27FC236}">
                <a16:creationId xmlns:a16="http://schemas.microsoft.com/office/drawing/2014/main" id="{39695AE7-EA94-2064-9929-A497A0CC49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3341" y="4582558"/>
            <a:ext cx="5280025" cy="2063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sv-SE" sz="1200" b="0" i="0" u="none" strike="noStrike" kern="1200" cap="none" spc="0" baseline="0" smtClean="0">
                <a:solidFill>
                  <a:srgbClr val="5E5E5E"/>
                </a:solidFill>
                <a:uFillTx/>
                <a:latin typeface="Montserrat" pitchFamily="2" charset="77"/>
              </a:defRPr>
            </a:lvl1pPr>
            <a:lvl2pPr marL="258767" indent="0">
              <a:buNone/>
              <a:defRPr sz="1200"/>
            </a:lvl2pPr>
            <a:lvl3pPr marL="495304" indent="0">
              <a:buNone/>
              <a:defRPr sz="1200"/>
            </a:lvl3pPr>
            <a:lvl4pPr marL="758825" indent="0">
              <a:buNone/>
              <a:defRPr sz="1200"/>
            </a:lvl4pPr>
            <a:lvl5pPr marL="1020763" indent="0">
              <a:buNone/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18" name="Epost">
            <a:extLst>
              <a:ext uri="{FF2B5EF4-FFF2-40B4-BE49-F238E27FC236}">
                <a16:creationId xmlns:a16="http://schemas.microsoft.com/office/drawing/2014/main" id="{C8ECDF73-CBDB-B245-5848-D90EE7438642}"/>
              </a:ext>
            </a:extLst>
          </p:cNvPr>
          <p:cNvSpPr>
            <a:spLocks/>
          </p:cNvSpPr>
          <p:nvPr userDrawn="1"/>
        </p:nvSpPr>
        <p:spPr>
          <a:xfrm>
            <a:off x="6093341" y="4387372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E-POST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1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19" name="Fyll i namn">
            <a:extLst>
              <a:ext uri="{FF2B5EF4-FFF2-40B4-BE49-F238E27FC236}">
                <a16:creationId xmlns:a16="http://schemas.microsoft.com/office/drawing/2014/main" id="{FE92DFE1-D7EC-A7F3-C758-E7DC4FA3AE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3341" y="4001719"/>
            <a:ext cx="5280024" cy="198438"/>
          </a:xfr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200" b="0" i="0">
                <a:latin typeface="Montserrat" pitchFamily="2" charset="77"/>
              </a:defRPr>
            </a:lvl1pPr>
            <a:lvl2pPr marL="258767" indent="0">
              <a:buNone/>
              <a:defRPr sz="1200" b="0" i="0">
                <a:latin typeface="Montserrat" pitchFamily="2" charset="77"/>
              </a:defRPr>
            </a:lvl2pPr>
            <a:lvl3pPr marL="495304" indent="0">
              <a:buNone/>
              <a:defRPr sz="1200" b="0" i="0">
                <a:latin typeface="Montserrat" pitchFamily="2" charset="77"/>
              </a:defRPr>
            </a:lvl3pPr>
            <a:lvl4pPr marL="758825" indent="0">
              <a:buNone/>
              <a:defRPr sz="1200" b="0" i="0">
                <a:latin typeface="Montserrat" pitchFamily="2" charset="77"/>
              </a:defRPr>
            </a:lvl4pPr>
            <a:lvl5pPr marL="1020763" indent="0">
              <a:buNone/>
              <a:defRPr sz="1200" b="0" i="0">
                <a:latin typeface="Montserrat" pitchFamily="2" charset="77"/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20" name="Namn">
            <a:extLst>
              <a:ext uri="{FF2B5EF4-FFF2-40B4-BE49-F238E27FC236}">
                <a16:creationId xmlns:a16="http://schemas.microsoft.com/office/drawing/2014/main" id="{E52295AA-5921-4F3E-1252-CF55E888A43B}"/>
              </a:ext>
            </a:extLst>
          </p:cNvPr>
          <p:cNvSpPr/>
          <p:nvPr userDrawn="1"/>
        </p:nvSpPr>
        <p:spPr>
          <a:xfrm>
            <a:off x="6093341" y="3806216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NAMN</a:t>
            </a:r>
          </a:p>
        </p:txBody>
      </p:sp>
      <p:sp>
        <p:nvSpPr>
          <p:cNvPr id="21" name="Titel">
            <a:extLst>
              <a:ext uri="{FF2B5EF4-FFF2-40B4-BE49-F238E27FC236}">
                <a16:creationId xmlns:a16="http://schemas.microsoft.com/office/drawing/2014/main" id="{74E40387-A2CF-855B-0582-2CE8974DA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3341" y="1413923"/>
            <a:ext cx="4744556" cy="1597520"/>
          </a:xfrm>
          <a:prstGeom prst="rect">
            <a:avLst/>
          </a:prstGeom>
        </p:spPr>
        <p:txBody>
          <a:bodyPr wrap="square" lIns="0" tIns="0" rIns="0" bIns="0" anchor="b"/>
          <a:lstStyle>
            <a:lvl1pPr>
              <a:lnSpc>
                <a:spcPct val="100000"/>
              </a:lnSpc>
              <a:defRPr sz="3600">
                <a:solidFill>
                  <a:srgbClr val="195F8C"/>
                </a:solidFill>
              </a:defRPr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cxnSp>
        <p:nvCxnSpPr>
          <p:cNvPr id="22" name="Linje">
            <a:extLst>
              <a:ext uri="{FF2B5EF4-FFF2-40B4-BE49-F238E27FC236}">
                <a16:creationId xmlns:a16="http://schemas.microsoft.com/office/drawing/2014/main" id="{BA3EFDC7-3357-593D-54B8-78D212EDAD3C}"/>
              </a:ext>
            </a:extLst>
          </p:cNvPr>
          <p:cNvCxnSpPr/>
          <p:nvPr userDrawn="1"/>
        </p:nvCxnSpPr>
        <p:spPr>
          <a:xfrm>
            <a:off x="5692220" y="767080"/>
            <a:ext cx="0" cy="5323840"/>
          </a:xfrm>
          <a:prstGeom prst="line">
            <a:avLst/>
          </a:prstGeom>
          <a:ln w="3175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Safespring logotyp">
            <a:extLst>
              <a:ext uri="{FF2B5EF4-FFF2-40B4-BE49-F238E27FC236}">
                <a16:creationId xmlns:a16="http://schemas.microsoft.com/office/drawing/2014/main" id="{77EAFC60-D4AF-4A15-BE04-BA3674585748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3253" y="2192118"/>
            <a:ext cx="2487339" cy="2462953"/>
          </a:xfrm>
          <a:prstGeom prst="rect">
            <a:avLst/>
          </a:prstGeom>
        </p:spPr>
      </p:pic>
      <p:pic>
        <p:nvPicPr>
          <p:cNvPr id="24" name="Sigill">
            <a:extLst>
              <a:ext uri="{FF2B5EF4-FFF2-40B4-BE49-F238E27FC236}">
                <a16:creationId xmlns:a16="http://schemas.microsoft.com/office/drawing/2014/main" id="{FA5366C8-58BF-4BC9-7FCE-3E1C29A10DC3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773715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2 (Swedis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tshållare för text 13">
            <a:extLst>
              <a:ext uri="{FF2B5EF4-FFF2-40B4-BE49-F238E27FC236}">
                <a16:creationId xmlns:a16="http://schemas.microsoft.com/office/drawing/2014/main" id="{50FF95F9-74D4-D04F-B75A-7E19820364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6285767"/>
            <a:ext cx="3240000" cy="4032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1pPr>
            <a:lvl2pPr marL="258767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2pPr>
            <a:lvl3pPr marL="495304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3pPr>
            <a:lvl4pPr marL="758825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4pPr>
            <a:lvl5pPr marL="1020763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5pPr>
          </a:lstStyle>
          <a:p>
            <a:pPr lvl="0"/>
            <a:r>
              <a:rPr lang="sv-SE" dirty="0" err="1"/>
              <a:t>Name</a:t>
            </a:r>
            <a:r>
              <a:rPr lang="sv-SE" dirty="0"/>
              <a:t> </a:t>
            </a:r>
            <a:r>
              <a:rPr lang="sv-SE" dirty="0" err="1"/>
              <a:t>Surname</a:t>
            </a:r>
            <a:endParaRPr lang="sv-SE" dirty="0"/>
          </a:p>
        </p:txBody>
      </p:sp>
      <p:sp>
        <p:nvSpPr>
          <p:cNvPr id="2" name="Rektangel med rundade hörn 99">
            <a:extLst>
              <a:ext uri="{FF2B5EF4-FFF2-40B4-BE49-F238E27FC236}">
                <a16:creationId xmlns:a16="http://schemas.microsoft.com/office/drawing/2014/main" id="{8B5BAA43-8697-424E-9F46-AE19FA9161BB}"/>
              </a:ext>
            </a:extLst>
          </p:cNvPr>
          <p:cNvSpPr/>
          <p:nvPr/>
        </p:nvSpPr>
        <p:spPr>
          <a:xfrm>
            <a:off x="381624" y="381597"/>
            <a:ext cx="11430740" cy="5377385"/>
          </a:xfrm>
          <a:custGeom>
            <a:avLst>
              <a:gd name="f0" fmla="val 2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E8EFF3">
                  <a:alpha val="20000"/>
                </a:srgbClr>
              </a:gs>
              <a:gs pos="100000">
                <a:srgbClr val="E8EFF3"/>
              </a:gs>
            </a:gsLst>
            <a:path path="circle">
              <a:fillToRect l="100000" t="100000"/>
            </a:path>
          </a:gradFill>
          <a:ln cap="flat">
            <a:noFill/>
            <a:prstDash val="solid"/>
          </a:ln>
        </p:spPr>
        <p:txBody>
          <a:bodyPr vert="horz" wrap="none" lIns="1367997" tIns="0" rIns="0" bIns="0" anchor="ctr" anchorCtr="1" compatLnSpc="1">
            <a:noAutofit/>
          </a:bodyPr>
          <a:lstStyle/>
          <a:p>
            <a:pPr marL="0" marR="0" lvl="0" indent="0" algn="ctr" defTabSz="914171" rtl="0" fontAlgn="auto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600" b="0" i="0" u="none" strike="noStrike" kern="1200" cap="none" spc="0" baseline="0">
              <a:solidFill>
                <a:srgbClr val="5E5E5E"/>
              </a:solidFill>
              <a:uFillTx/>
              <a:latin typeface="Montserrat Light" pitchFamily="2"/>
            </a:endParaRPr>
          </a:p>
        </p:txBody>
      </p:sp>
      <p:sp>
        <p:nvSpPr>
          <p:cNvPr id="3" name="Platshållare för datum 1">
            <a:extLst>
              <a:ext uri="{FF2B5EF4-FFF2-40B4-BE49-F238E27FC236}">
                <a16:creationId xmlns:a16="http://schemas.microsoft.com/office/drawing/2014/main" id="{076A701D-47D3-0140-96DA-665C1BB76A0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561192" y="5213169"/>
            <a:ext cx="763203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65EB56CF-95A6-684A-8775-4C7259BD57BE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3E0DA7A2-018B-4049-BC47-E0E5F2F892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28779" y="6083996"/>
            <a:ext cx="381597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2E218C0F-2361-4342-99A0-8EF1BC8B3E04}" type="slidenum">
              <a:t>‹#›</a:t>
            </a:fld>
            <a:endParaRPr lang="sv-SE"/>
          </a:p>
        </p:txBody>
      </p:sp>
      <p:sp>
        <p:nvSpPr>
          <p:cNvPr id="5" name="Rektangel 25">
            <a:extLst>
              <a:ext uri="{FF2B5EF4-FFF2-40B4-BE49-F238E27FC236}">
                <a16:creationId xmlns:a16="http://schemas.microsoft.com/office/drawing/2014/main" id="{F7E071B2-D869-2E4C-BA19-A10694FC8D3E}"/>
              </a:ext>
            </a:extLst>
          </p:cNvPr>
          <p:cNvSpPr/>
          <p:nvPr/>
        </p:nvSpPr>
        <p:spPr>
          <a:xfrm>
            <a:off x="381625" y="6010611"/>
            <a:ext cx="3240000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2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NAMN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2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5CDA80-7FE1-614A-8796-8714EEA92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4373" y="4396006"/>
            <a:ext cx="7465242" cy="835935"/>
          </a:xfrm>
          <a:prstGeom prst="rect">
            <a:avLst/>
          </a:prstGeom>
        </p:spPr>
        <p:txBody>
          <a:bodyPr wrap="square" lIns="0" tIns="0" rIns="0" bIns="0"/>
          <a:lstStyle>
            <a:lvl1pPr algn="ctr">
              <a:lnSpc>
                <a:spcPct val="100000"/>
              </a:lnSpc>
              <a:defRPr sz="3600">
                <a:solidFill>
                  <a:srgbClr val="195F8C"/>
                </a:solidFill>
              </a:defRPr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7" name="Rektangel 14">
            <a:extLst>
              <a:ext uri="{FF2B5EF4-FFF2-40B4-BE49-F238E27FC236}">
                <a16:creationId xmlns:a16="http://schemas.microsoft.com/office/drawing/2014/main" id="{20D7450B-A2DF-284F-AA6A-892356045604}"/>
              </a:ext>
            </a:extLst>
          </p:cNvPr>
          <p:cNvSpPr/>
          <p:nvPr/>
        </p:nvSpPr>
        <p:spPr>
          <a:xfrm>
            <a:off x="8570376" y="6010611"/>
            <a:ext cx="3240000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2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DATUM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2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10" name="textruta 7">
            <a:extLst>
              <a:ext uri="{FF2B5EF4-FFF2-40B4-BE49-F238E27FC236}">
                <a16:creationId xmlns:a16="http://schemas.microsoft.com/office/drawing/2014/main" id="{1CFD299F-E3FF-2B4B-B95D-DBE077FA5F94}"/>
              </a:ext>
            </a:extLst>
          </p:cNvPr>
          <p:cNvSpPr txBox="1"/>
          <p:nvPr/>
        </p:nvSpPr>
        <p:spPr>
          <a:xfrm>
            <a:off x="8570376" y="6286115"/>
            <a:ext cx="3240000" cy="403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8ADB9A0-F3F1-D243-B295-D9807C62C097}" type="datetime1">
              <a:rPr lang="sv-SE" sz="1400" b="0" i="0" u="none" strike="noStrike" kern="1200" cap="none" spc="0" baseline="0">
                <a:solidFill>
                  <a:schemeClr val="tx1">
                    <a:lumMod val="90000"/>
                    <a:lumOff val="10000"/>
                  </a:schemeClr>
                </a:solidFill>
                <a:uFillTx/>
                <a:latin typeface="Montserrat Light" pitchFamily="2" charset="77"/>
              </a:rPr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2026-05-25</a:t>
            </a:fld>
            <a:endParaRPr lang="sv-SE" sz="1400" b="0" i="0" u="none" strike="noStrike" kern="1200" cap="none" spc="0" baseline="0" dirty="0">
              <a:solidFill>
                <a:schemeClr val="tx1">
                  <a:lumMod val="90000"/>
                  <a:lumOff val="10000"/>
                </a:schemeClr>
              </a:solidFill>
              <a:uFillTx/>
              <a:latin typeface="Montserrat Light" pitchFamily="2" charset="77"/>
            </a:endParaRPr>
          </a:p>
        </p:txBody>
      </p:sp>
      <p:sp>
        <p:nvSpPr>
          <p:cNvPr id="11" name="Rektangel 12">
            <a:extLst>
              <a:ext uri="{FF2B5EF4-FFF2-40B4-BE49-F238E27FC236}">
                <a16:creationId xmlns:a16="http://schemas.microsoft.com/office/drawing/2014/main" id="{C7C4406E-E9A1-8D40-BDCC-9A54C5068219}"/>
              </a:ext>
            </a:extLst>
          </p:cNvPr>
          <p:cNvSpPr/>
          <p:nvPr/>
        </p:nvSpPr>
        <p:spPr>
          <a:xfrm>
            <a:off x="4476000" y="6022186"/>
            <a:ext cx="3240000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2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E-POST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2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pic>
        <p:nvPicPr>
          <p:cNvPr id="38" name="Bild 37">
            <a:extLst>
              <a:ext uri="{FF2B5EF4-FFF2-40B4-BE49-F238E27FC236}">
                <a16:creationId xmlns:a16="http://schemas.microsoft.com/office/drawing/2014/main" id="{D9F13287-0E25-8B4B-9C85-F0E1C87BE6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53325" y="1681466"/>
            <a:ext cx="2487339" cy="2462953"/>
          </a:xfrm>
          <a:prstGeom prst="rect">
            <a:avLst/>
          </a:prstGeom>
        </p:spPr>
      </p:pic>
      <p:sp>
        <p:nvSpPr>
          <p:cNvPr id="18" name="Platshållare för text 13">
            <a:extLst>
              <a:ext uri="{FF2B5EF4-FFF2-40B4-BE49-F238E27FC236}">
                <a16:creationId xmlns:a16="http://schemas.microsoft.com/office/drawing/2014/main" id="{19A84B01-07B6-8043-A46C-34723AE4B4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5375" y="6285766"/>
            <a:ext cx="3240000" cy="4032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1pPr>
            <a:lvl2pPr marL="258767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2pPr>
            <a:lvl3pPr marL="495304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3pPr>
            <a:lvl4pPr marL="758825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4pPr>
            <a:lvl5pPr marL="1020763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5pPr>
          </a:lstStyle>
          <a:p>
            <a:pPr lvl="0"/>
            <a:r>
              <a:rPr lang="sv-SE" dirty="0"/>
              <a:t>Email </a:t>
            </a:r>
            <a:r>
              <a:rPr lang="sv-SE" dirty="0" err="1"/>
              <a:t>address</a:t>
            </a:r>
            <a:endParaRPr lang="sv-SE" dirty="0"/>
          </a:p>
        </p:txBody>
      </p:sp>
      <p:pic>
        <p:nvPicPr>
          <p:cNvPr id="15" name="Bild 12">
            <a:extLst>
              <a:ext uri="{FF2B5EF4-FFF2-40B4-BE49-F238E27FC236}">
                <a16:creationId xmlns:a16="http://schemas.microsoft.com/office/drawing/2014/main" id="{B1D13CA3-41EB-8441-A795-FBE02D9DC1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00555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3 (Swedis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tshållare för text 13">
            <a:extLst>
              <a:ext uri="{FF2B5EF4-FFF2-40B4-BE49-F238E27FC236}">
                <a16:creationId xmlns:a16="http://schemas.microsoft.com/office/drawing/2014/main" id="{50FF95F9-74D4-D04F-B75A-7E19820364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6285767"/>
            <a:ext cx="3240000" cy="4032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1pPr>
            <a:lvl2pPr marL="258767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2pPr>
            <a:lvl3pPr marL="495304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3pPr>
            <a:lvl4pPr marL="758825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4pPr>
            <a:lvl5pPr marL="1020763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5pPr>
          </a:lstStyle>
          <a:p>
            <a:pPr lvl="0"/>
            <a:r>
              <a:rPr lang="sv-SE" dirty="0"/>
              <a:t>Namn Efternamn</a:t>
            </a:r>
          </a:p>
        </p:txBody>
      </p:sp>
      <p:sp>
        <p:nvSpPr>
          <p:cNvPr id="2" name="Rektangel med rundade hörn 99">
            <a:extLst>
              <a:ext uri="{FF2B5EF4-FFF2-40B4-BE49-F238E27FC236}">
                <a16:creationId xmlns:a16="http://schemas.microsoft.com/office/drawing/2014/main" id="{8B5BAA43-8697-424E-9F46-AE19FA9161BB}"/>
              </a:ext>
            </a:extLst>
          </p:cNvPr>
          <p:cNvSpPr/>
          <p:nvPr/>
        </p:nvSpPr>
        <p:spPr>
          <a:xfrm>
            <a:off x="381624" y="381597"/>
            <a:ext cx="11430740" cy="5377385"/>
          </a:xfrm>
          <a:custGeom>
            <a:avLst>
              <a:gd name="f0" fmla="val 2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E8EFF3">
                  <a:alpha val="20000"/>
                </a:srgbClr>
              </a:gs>
              <a:gs pos="100000">
                <a:srgbClr val="E8EFF3"/>
              </a:gs>
            </a:gsLst>
            <a:path path="circle">
              <a:fillToRect l="100000" t="100000"/>
            </a:path>
          </a:gradFill>
          <a:ln cap="flat">
            <a:noFill/>
            <a:prstDash val="solid"/>
          </a:ln>
        </p:spPr>
        <p:txBody>
          <a:bodyPr vert="horz" wrap="none" lIns="1367997" tIns="0" rIns="0" bIns="0" anchor="ctr" anchorCtr="1" compatLnSpc="1">
            <a:noAutofit/>
          </a:bodyPr>
          <a:lstStyle/>
          <a:p>
            <a:pPr marL="0" marR="0" lvl="0" indent="0" algn="ctr" defTabSz="914171" rtl="0" fontAlgn="auto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600" b="0" i="0" u="none" strike="noStrike" kern="1200" cap="none" spc="0" baseline="0">
              <a:solidFill>
                <a:srgbClr val="5E5E5E"/>
              </a:solidFill>
              <a:uFillTx/>
              <a:latin typeface="Montserrat Light" pitchFamily="2"/>
            </a:endParaRPr>
          </a:p>
        </p:txBody>
      </p:sp>
      <p:sp>
        <p:nvSpPr>
          <p:cNvPr id="3" name="Platshållare för datum 1">
            <a:extLst>
              <a:ext uri="{FF2B5EF4-FFF2-40B4-BE49-F238E27FC236}">
                <a16:creationId xmlns:a16="http://schemas.microsoft.com/office/drawing/2014/main" id="{076A701D-47D3-0140-96DA-665C1BB76A0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561192" y="5213169"/>
            <a:ext cx="763203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65EB56CF-95A6-684A-8775-4C7259BD57BE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3E0DA7A2-018B-4049-BC47-E0E5F2F892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28779" y="6083996"/>
            <a:ext cx="381597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2E218C0F-2361-4342-99A0-8EF1BC8B3E04}" type="slidenum">
              <a:t>‹#›</a:t>
            </a:fld>
            <a:endParaRPr lang="sv-SE"/>
          </a:p>
        </p:txBody>
      </p:sp>
      <p:sp>
        <p:nvSpPr>
          <p:cNvPr id="5" name="Rektangel 25">
            <a:extLst>
              <a:ext uri="{FF2B5EF4-FFF2-40B4-BE49-F238E27FC236}">
                <a16:creationId xmlns:a16="http://schemas.microsoft.com/office/drawing/2014/main" id="{F7E071B2-D869-2E4C-BA19-A10694FC8D3E}"/>
              </a:ext>
            </a:extLst>
          </p:cNvPr>
          <p:cNvSpPr/>
          <p:nvPr/>
        </p:nvSpPr>
        <p:spPr>
          <a:xfrm>
            <a:off x="381625" y="6010611"/>
            <a:ext cx="3240000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2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NAMN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2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5CDA80-7FE1-614A-8796-8714EEA9295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932878" y="1516566"/>
            <a:ext cx="8326244" cy="334536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ctr">
              <a:lnSpc>
                <a:spcPct val="100000"/>
              </a:lnSpc>
              <a:defRPr sz="9600">
                <a:solidFill>
                  <a:srgbClr val="195F8C"/>
                </a:solidFill>
              </a:defRPr>
            </a:lvl1pPr>
          </a:lstStyle>
          <a:p>
            <a:pPr lvl="0"/>
            <a:r>
              <a:rPr lang="sv-SE" dirty="0"/>
              <a:t>Svensk publik</a:t>
            </a:r>
            <a:br>
              <a:rPr lang="sv-SE" dirty="0"/>
            </a:br>
            <a:r>
              <a:rPr lang="sv-SE" dirty="0"/>
              <a:t>molnplattform</a:t>
            </a:r>
            <a:endParaRPr lang="en-US" dirty="0"/>
          </a:p>
        </p:txBody>
      </p:sp>
      <p:sp>
        <p:nvSpPr>
          <p:cNvPr id="7" name="Rektangel 14">
            <a:extLst>
              <a:ext uri="{FF2B5EF4-FFF2-40B4-BE49-F238E27FC236}">
                <a16:creationId xmlns:a16="http://schemas.microsoft.com/office/drawing/2014/main" id="{20D7450B-A2DF-284F-AA6A-892356045604}"/>
              </a:ext>
            </a:extLst>
          </p:cNvPr>
          <p:cNvSpPr/>
          <p:nvPr/>
        </p:nvSpPr>
        <p:spPr>
          <a:xfrm>
            <a:off x="8570376" y="6010611"/>
            <a:ext cx="3240000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2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DATUM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2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10" name="textruta 7">
            <a:extLst>
              <a:ext uri="{FF2B5EF4-FFF2-40B4-BE49-F238E27FC236}">
                <a16:creationId xmlns:a16="http://schemas.microsoft.com/office/drawing/2014/main" id="{1CFD299F-E3FF-2B4B-B95D-DBE077FA5F94}"/>
              </a:ext>
            </a:extLst>
          </p:cNvPr>
          <p:cNvSpPr txBox="1"/>
          <p:nvPr/>
        </p:nvSpPr>
        <p:spPr>
          <a:xfrm>
            <a:off x="8570376" y="6286115"/>
            <a:ext cx="3240000" cy="403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8ADB9A0-F3F1-D243-B295-D9807C62C097}" type="datetime1">
              <a:rPr lang="sv-SE" sz="1400" b="0" i="0" u="none" strike="noStrike" kern="1200" cap="none" spc="0" baseline="0">
                <a:solidFill>
                  <a:schemeClr val="tx1">
                    <a:lumMod val="90000"/>
                    <a:lumOff val="10000"/>
                  </a:schemeClr>
                </a:solidFill>
                <a:uFillTx/>
                <a:latin typeface="Montserrat Light" pitchFamily="2" charset="77"/>
              </a:rPr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2026-05-25</a:t>
            </a:fld>
            <a:endParaRPr lang="sv-SE" sz="1400" b="0" i="0" u="none" strike="noStrike" kern="1200" cap="none" spc="0" baseline="0" dirty="0">
              <a:solidFill>
                <a:schemeClr val="tx1">
                  <a:lumMod val="90000"/>
                  <a:lumOff val="10000"/>
                </a:schemeClr>
              </a:solidFill>
              <a:uFillTx/>
              <a:latin typeface="Montserrat Light" pitchFamily="2" charset="77"/>
            </a:endParaRPr>
          </a:p>
        </p:txBody>
      </p:sp>
      <p:sp>
        <p:nvSpPr>
          <p:cNvPr id="11" name="Rektangel 12">
            <a:extLst>
              <a:ext uri="{FF2B5EF4-FFF2-40B4-BE49-F238E27FC236}">
                <a16:creationId xmlns:a16="http://schemas.microsoft.com/office/drawing/2014/main" id="{C7C4406E-E9A1-8D40-BDCC-9A54C5068219}"/>
              </a:ext>
            </a:extLst>
          </p:cNvPr>
          <p:cNvSpPr/>
          <p:nvPr/>
        </p:nvSpPr>
        <p:spPr>
          <a:xfrm>
            <a:off x="4476000" y="6022186"/>
            <a:ext cx="3240000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2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E-POST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2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18" name="Platshållare för text 13">
            <a:extLst>
              <a:ext uri="{FF2B5EF4-FFF2-40B4-BE49-F238E27FC236}">
                <a16:creationId xmlns:a16="http://schemas.microsoft.com/office/drawing/2014/main" id="{19A84B01-07B6-8043-A46C-34723AE4B4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5375" y="6285766"/>
            <a:ext cx="3240000" cy="4032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1pPr>
            <a:lvl2pPr marL="258767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2pPr>
            <a:lvl3pPr marL="495304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3pPr>
            <a:lvl4pPr marL="758825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4pPr>
            <a:lvl5pPr marL="1020763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5pPr>
          </a:lstStyle>
          <a:p>
            <a:pPr lvl="0"/>
            <a:r>
              <a:rPr lang="sv-SE" dirty="0" err="1"/>
              <a:t>epostadress</a:t>
            </a:r>
            <a:endParaRPr lang="sv-SE" dirty="0"/>
          </a:p>
        </p:txBody>
      </p:sp>
      <p:pic>
        <p:nvPicPr>
          <p:cNvPr id="15" name="Bild 12">
            <a:extLst>
              <a:ext uri="{FF2B5EF4-FFF2-40B4-BE49-F238E27FC236}">
                <a16:creationId xmlns:a16="http://schemas.microsoft.com/office/drawing/2014/main" id="{B1D13CA3-41EB-8441-A795-FBE02D9DC1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Bild 8">
            <a:extLst>
              <a:ext uri="{FF2B5EF4-FFF2-40B4-BE49-F238E27FC236}">
                <a16:creationId xmlns:a16="http://schemas.microsoft.com/office/drawing/2014/main" id="{6C95517B-0792-9B51-E6B5-88063EB340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3343" y="2182542"/>
            <a:ext cx="14224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809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med rundade hörn 3">
            <a:extLst>
              <a:ext uri="{FF2B5EF4-FFF2-40B4-BE49-F238E27FC236}">
                <a16:creationId xmlns:a16="http://schemas.microsoft.com/office/drawing/2014/main" id="{6CCC4818-AFCA-D74A-89DD-7C90808A089B}"/>
              </a:ext>
            </a:extLst>
          </p:cNvPr>
          <p:cNvSpPr/>
          <p:nvPr/>
        </p:nvSpPr>
        <p:spPr>
          <a:xfrm>
            <a:off x="381624" y="381597"/>
            <a:ext cx="11439381" cy="6096597"/>
          </a:xfrm>
          <a:custGeom>
            <a:avLst>
              <a:gd name="f0" fmla="val 26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64C9D05B-4053-1234-FA03-93C4DF56D1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68963" y="803275"/>
            <a:ext cx="5708650" cy="5291138"/>
          </a:xfrm>
        </p:spPr>
        <p:txBody>
          <a:bodyPr anchor="ctr"/>
          <a:lstStyle>
            <a:lvl1pPr marL="342900" indent="-342900">
              <a:buClr>
                <a:schemeClr val="accent4"/>
              </a:buClr>
              <a:buFont typeface="+mj-lt"/>
              <a:buAutoNum type="arabicPeriod"/>
              <a:defRPr sz="2000" b="1" i="0">
                <a:latin typeface="Montserrat SemiBold" pitchFamily="2" charset="77"/>
              </a:defRPr>
            </a:lvl1pPr>
            <a:lvl2pPr marL="634539">
              <a:defRPr/>
            </a:lvl2pPr>
            <a:lvl3pPr marL="894375">
              <a:defRPr/>
            </a:lvl3pPr>
            <a:lvl4pPr marL="758825" indent="0">
              <a:buNone/>
              <a:defRPr/>
            </a:lvl4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4" name="textruta 2">
            <a:extLst>
              <a:ext uri="{FF2B5EF4-FFF2-40B4-BE49-F238E27FC236}">
                <a16:creationId xmlns:a16="http://schemas.microsoft.com/office/drawing/2014/main" id="{15C64A40-BE49-274D-956B-A7002A61E69B}"/>
              </a:ext>
            </a:extLst>
          </p:cNvPr>
          <p:cNvSpPr txBox="1"/>
          <p:nvPr/>
        </p:nvSpPr>
        <p:spPr>
          <a:xfrm>
            <a:off x="1110909" y="4953799"/>
            <a:ext cx="3330148" cy="10156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0" b="0" i="0" u="none" strike="noStrike" kern="1200" cap="none" spc="0" baseline="0" dirty="0">
                <a:solidFill>
                  <a:srgbClr val="3C9BCD"/>
                </a:solidFill>
                <a:uFillTx/>
                <a:latin typeface="Hind Light" pitchFamily="2"/>
                <a:cs typeface="Hind Light" pitchFamily="2"/>
              </a:rPr>
              <a:t>Agenda</a:t>
            </a:r>
            <a:endParaRPr lang="sv-SE" sz="6000" b="0" i="0" u="none" strike="noStrike" kern="1200" cap="none" spc="0" baseline="0" dirty="0">
              <a:solidFill>
                <a:srgbClr val="3C9BCD"/>
              </a:solidFill>
              <a:uFillTx/>
              <a:latin typeface="Century Gothic"/>
            </a:endParaRP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6DDDA41D-A02C-1342-B24A-1439205FF81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C27797B-F4AA-B94B-B448-7F6CC0AC28D4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659EE18-CD68-B64F-86A1-991C16B31AF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C312B1A-6E64-8940-AAA6-91E3A03EB71B}" type="slidenum">
              <a:t>‹#›</a:t>
            </a:fld>
            <a:endParaRPr lang="sv-SE"/>
          </a:p>
        </p:txBody>
      </p:sp>
      <p:pic>
        <p:nvPicPr>
          <p:cNvPr id="9" name="Bild 12">
            <a:extLst>
              <a:ext uri="{FF2B5EF4-FFF2-40B4-BE49-F238E27FC236}">
                <a16:creationId xmlns:a16="http://schemas.microsoft.com/office/drawing/2014/main" id="{89693FE4-46C7-0844-A91F-7A676CEE89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240225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5F1701AE-B96D-4940-B746-E0F881D6571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04446" y="381000"/>
            <a:ext cx="5281979" cy="6096000"/>
          </a:xfrm>
          <a:prstGeom prst="roundRect">
            <a:avLst>
              <a:gd name="adj" fmla="val 1888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path path="circle">
              <a:fillToRect l="100000" t="100000"/>
            </a:path>
          </a:gra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65F844D-F072-1343-9B40-BEA494505A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27235" y="937325"/>
            <a:ext cx="4572301" cy="842537"/>
          </a:xfrm>
          <a:prstGeom prst="rect">
            <a:avLst/>
          </a:prstGeom>
        </p:spPr>
        <p:txBody>
          <a:bodyPr wrap="square" lIns="0" tIns="0" rIns="0" bIns="0" anchor="b"/>
          <a:lstStyle>
            <a:lvl1pPr>
              <a:defRPr lang="en-US"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D5BA592A-1142-9D42-88E3-C72E5F2EA21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F7692D-1BF6-C14D-8D4F-BF9BE86261C6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6" name="Platshållare för bildnummer 4">
            <a:extLst>
              <a:ext uri="{FF2B5EF4-FFF2-40B4-BE49-F238E27FC236}">
                <a16:creationId xmlns:a16="http://schemas.microsoft.com/office/drawing/2014/main" id="{BD60D2E3-0541-2E43-BFA6-E79D0980F79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C74F50-7D9C-B141-B473-FB7E3FDB6C07}" type="slidenum">
              <a:t>‹#›</a:t>
            </a:fld>
            <a:endParaRPr lang="sv-SE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484326EA-0678-EC49-A3BF-06F1D20FAD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3885" y="0"/>
            <a:ext cx="761448" cy="119408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 </a:t>
            </a:r>
          </a:p>
        </p:txBody>
      </p:sp>
      <p:sp>
        <p:nvSpPr>
          <p:cNvPr id="4" name="Platshållare för text 7">
            <a:extLst>
              <a:ext uri="{FF2B5EF4-FFF2-40B4-BE49-F238E27FC236}">
                <a16:creationId xmlns:a16="http://schemas.microsoft.com/office/drawing/2014/main" id="{14CFEFCE-29B0-AB21-FB57-190A1E983F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00813" y="2011362"/>
            <a:ext cx="4876800" cy="4440237"/>
          </a:xfrm>
        </p:spPr>
        <p:txBody>
          <a:bodyPr anchor="t"/>
          <a:lstStyle>
            <a:lvl1pPr marL="342900" indent="-342900">
              <a:buClr>
                <a:schemeClr val="accent4"/>
              </a:buClr>
              <a:buFont typeface="+mj-lt"/>
              <a:buAutoNum type="arabicPeriod"/>
              <a:defRPr sz="2000" b="1" i="0">
                <a:latin typeface="Montserrat SemiBold" pitchFamily="2" charset="77"/>
              </a:defRPr>
            </a:lvl1pPr>
            <a:lvl2pPr marL="634539">
              <a:defRPr/>
            </a:lvl2pPr>
            <a:lvl3pPr marL="894375">
              <a:defRPr/>
            </a:lvl3pPr>
            <a:lvl4pPr marL="758825" indent="0">
              <a:buNone/>
              <a:defRPr/>
            </a:lvl4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</p:spTree>
    <p:extLst>
      <p:ext uri="{BB962C8B-B14F-4D97-AF65-F5344CB8AC3E}">
        <p14:creationId xmlns:p14="http://schemas.microsoft.com/office/powerpoint/2010/main" val="4099663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med rundade hörn 3">
            <a:extLst>
              <a:ext uri="{FF2B5EF4-FFF2-40B4-BE49-F238E27FC236}">
                <a16:creationId xmlns:a16="http://schemas.microsoft.com/office/drawing/2014/main" id="{FE52DED9-1072-014D-8177-22EA07B86F35}"/>
              </a:ext>
            </a:extLst>
          </p:cNvPr>
          <p:cNvSpPr/>
          <p:nvPr/>
        </p:nvSpPr>
        <p:spPr>
          <a:xfrm>
            <a:off x="381624" y="381597"/>
            <a:ext cx="11439381" cy="6096597"/>
          </a:xfrm>
          <a:custGeom>
            <a:avLst>
              <a:gd name="f0" fmla="val 27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9E12E1-F99E-F145-9353-755305005A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7062" y="4761143"/>
            <a:ext cx="3996705" cy="1584179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>
              <a:defRPr lang="en-US" sz="5000"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5" name="Platshållare för datum 2">
            <a:extLst>
              <a:ext uri="{FF2B5EF4-FFF2-40B4-BE49-F238E27FC236}">
                <a16:creationId xmlns:a16="http://schemas.microsoft.com/office/drawing/2014/main" id="{5C85F6CC-647A-8A44-B12B-7C4F84912C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5923828-A735-354A-8223-FE35B430B827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6" name="Platshållare för bildnummer 4">
            <a:extLst>
              <a:ext uri="{FF2B5EF4-FFF2-40B4-BE49-F238E27FC236}">
                <a16:creationId xmlns:a16="http://schemas.microsoft.com/office/drawing/2014/main" id="{E0F0C8E1-73A3-9F43-95EF-37F19D31AD9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41B54CD-A8EB-D948-8461-C5EB6F345D73}" type="slidenum">
              <a:t>‹#›</a:t>
            </a:fld>
            <a:endParaRPr lang="sv-SE"/>
          </a:p>
        </p:txBody>
      </p:sp>
      <p:pic>
        <p:nvPicPr>
          <p:cNvPr id="8" name="Bild 12">
            <a:extLst>
              <a:ext uri="{FF2B5EF4-FFF2-40B4-BE49-F238E27FC236}">
                <a16:creationId xmlns:a16="http://schemas.microsoft.com/office/drawing/2014/main" id="{B190DA34-7E7D-0F47-90EC-F266E59C63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39F5698B-DF6E-4978-9DDD-04B879739A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00812" y="396875"/>
            <a:ext cx="4471987" cy="6054725"/>
          </a:xfrm>
        </p:spPr>
        <p:txBody>
          <a:bodyPr anchor="ctr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57137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med rundade hörn 3">
            <a:extLst>
              <a:ext uri="{FF2B5EF4-FFF2-40B4-BE49-F238E27FC236}">
                <a16:creationId xmlns:a16="http://schemas.microsoft.com/office/drawing/2014/main" id="{D1DF728A-EEBA-764C-B7C4-B09ACD2E9271}"/>
              </a:ext>
            </a:extLst>
          </p:cNvPr>
          <p:cNvSpPr/>
          <p:nvPr/>
        </p:nvSpPr>
        <p:spPr>
          <a:xfrm>
            <a:off x="381624" y="381597"/>
            <a:ext cx="11439381" cy="6096597"/>
          </a:xfrm>
          <a:custGeom>
            <a:avLst>
              <a:gd name="f0" fmla="val 30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7B096A1-F9AF-4B4B-9A2F-E0206ABBD7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7062" y="4761143"/>
            <a:ext cx="3996705" cy="1584179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>
              <a:defRPr lang="en-US" sz="5000"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4" name="Platshållare för datum 2">
            <a:extLst>
              <a:ext uri="{FF2B5EF4-FFF2-40B4-BE49-F238E27FC236}">
                <a16:creationId xmlns:a16="http://schemas.microsoft.com/office/drawing/2014/main" id="{B94DBB26-83D0-1C4F-BDF7-52EBD88C71A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AE4294E-0498-6745-8BF3-F9D49A0198B2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6905660-A291-2E44-A5EC-2BC03F33E7B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92A1C3-7DF0-8E49-80D9-FDDACBB2CB33}" type="slidenum">
              <a:t>‹#›</a:t>
            </a:fld>
            <a:endParaRPr lang="sv-SE"/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09D9F420-D532-6647-B853-135E915803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00813" y="396874"/>
            <a:ext cx="4471987" cy="60547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342900" indent="-342900">
              <a:buFont typeface="+mj-lt"/>
              <a:buAutoNum type="arabicParenR"/>
              <a:defRPr/>
            </a:lvl1pPr>
            <a:lvl2pPr marL="622300" indent="-236538">
              <a:tabLst/>
              <a:defRPr/>
            </a:lvl2pPr>
            <a:lvl3pPr marL="895350" indent="-223838">
              <a:tabLst/>
              <a:defRPr/>
            </a:lvl3pPr>
            <a:lvl4pPr marL="1157288" indent="-223838">
              <a:tabLst/>
              <a:defRPr/>
            </a:lvl4pPr>
            <a:lvl5pPr marL="1468438" indent="-285750">
              <a:tabLst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pic>
        <p:nvPicPr>
          <p:cNvPr id="8" name="Bild 12">
            <a:extLst>
              <a:ext uri="{FF2B5EF4-FFF2-40B4-BE49-F238E27FC236}">
                <a16:creationId xmlns:a16="http://schemas.microsoft.com/office/drawing/2014/main" id="{885E34D9-8C24-634D-88F2-3DDBE4D5FC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245700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with graphic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med rundade hörn 11">
            <a:extLst>
              <a:ext uri="{FF2B5EF4-FFF2-40B4-BE49-F238E27FC236}">
                <a16:creationId xmlns:a16="http://schemas.microsoft.com/office/drawing/2014/main" id="{0AC15DD9-9FC0-1548-9FD1-1ECA4242DD0E}"/>
              </a:ext>
            </a:extLst>
          </p:cNvPr>
          <p:cNvSpPr/>
          <p:nvPr/>
        </p:nvSpPr>
        <p:spPr>
          <a:xfrm>
            <a:off x="381624" y="381597"/>
            <a:ext cx="11439381" cy="6096597"/>
          </a:xfrm>
          <a:custGeom>
            <a:avLst>
              <a:gd name="f0" fmla="val 30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1290EC7-DB09-EF44-A74B-2441987A06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00813" y="812801"/>
            <a:ext cx="4471987" cy="1194087"/>
          </a:xfrm>
          <a:prstGeom prst="rect">
            <a:avLst/>
          </a:prstGeom>
        </p:spPr>
        <p:txBody>
          <a:bodyPr wrap="square" lIns="0" tIns="0" rIns="0" bIns="0" anchor="b"/>
          <a:lstStyle>
            <a:lvl1pPr>
              <a:defRPr lang="en-US"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7F840BE-5C8A-354C-B564-CD825EBE6E6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14388" y="1592263"/>
            <a:ext cx="4471987" cy="4452937"/>
          </a:xfrm>
          <a:prstGeom prst="rect">
            <a:avLst/>
          </a:prstGeom>
        </p:spPr>
        <p:txBody>
          <a:bodyPr tIns="1259997" anchorCtr="1"/>
          <a:lstStyle>
            <a:lvl1pPr marL="0" indent="0" algn="ctr">
              <a:buNone/>
              <a:defRPr lang="en-US"/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6B8B2A42-3705-C54C-A5A7-260A516DBE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143DE8-D8AD-7642-8312-472685E343C9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6" name="Platshållare för bildnummer 4">
            <a:extLst>
              <a:ext uri="{FF2B5EF4-FFF2-40B4-BE49-F238E27FC236}">
                <a16:creationId xmlns:a16="http://schemas.microsoft.com/office/drawing/2014/main" id="{CD37667B-21DB-494A-B700-CDDBBEF60E9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EE2F14-826C-9E4A-9859-D1626B1500CB}" type="slidenum">
              <a:t>‹#›</a:t>
            </a:fld>
            <a:endParaRPr lang="sv-SE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7267FCC7-061D-F24C-9DFD-C82CB12149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00813" y="2011363"/>
            <a:ext cx="4471988" cy="4033836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pic>
        <p:nvPicPr>
          <p:cNvPr id="9" name="Bild 12">
            <a:extLst>
              <a:ext uri="{FF2B5EF4-FFF2-40B4-BE49-F238E27FC236}">
                <a16:creationId xmlns:a16="http://schemas.microsoft.com/office/drawing/2014/main" id="{3D2A6681-F786-164C-AC77-A43B1EBDA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39780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ic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med rundade hörn 7">
            <a:extLst>
              <a:ext uri="{FF2B5EF4-FFF2-40B4-BE49-F238E27FC236}">
                <a16:creationId xmlns:a16="http://schemas.microsoft.com/office/drawing/2014/main" id="{F59BE264-C5D0-A549-952F-E8B7AF753379}"/>
              </a:ext>
            </a:extLst>
          </p:cNvPr>
          <p:cNvSpPr/>
          <p:nvPr/>
        </p:nvSpPr>
        <p:spPr>
          <a:xfrm>
            <a:off x="381624" y="1616075"/>
            <a:ext cx="11405564" cy="4835525"/>
          </a:xfrm>
          <a:custGeom>
            <a:avLst>
              <a:gd name="f0" fmla="val 37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FAFEFE"/>
              </a:solidFill>
              <a:uFillTx/>
              <a:latin typeface="Century Gothic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58761E-C202-174D-901B-FE125CBF79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E04F930-E478-4D41-8BD1-A2E59C047EF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14389" y="2011363"/>
            <a:ext cx="10558462" cy="4033837"/>
          </a:xfrm>
          <a:prstGeom prst="rect">
            <a:avLst/>
          </a:prstGeom>
        </p:spPr>
        <p:txBody>
          <a:bodyPr lIns="0" tIns="1188000" rIns="0" bIns="0" anchorCtr="1"/>
          <a:lstStyle>
            <a:lvl1pPr marL="0" indent="0" algn="ctr">
              <a:buNone/>
              <a:defRPr lang="en-US"/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2">
            <a:extLst>
              <a:ext uri="{FF2B5EF4-FFF2-40B4-BE49-F238E27FC236}">
                <a16:creationId xmlns:a16="http://schemas.microsoft.com/office/drawing/2014/main" id="{3F56866D-B966-314B-BA22-02CCF4D252E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5CBEBF-0E43-4841-A420-0AF908BA6700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6" name="Platshållare för bildnummer 4">
            <a:extLst>
              <a:ext uri="{FF2B5EF4-FFF2-40B4-BE49-F238E27FC236}">
                <a16:creationId xmlns:a16="http://schemas.microsoft.com/office/drawing/2014/main" id="{52D5FE5C-33B1-6E4A-AE3E-05C9E77B86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E742286-FB49-2844-9173-FC60D0CBB85F}" type="slidenum">
              <a:t>‹#›</a:t>
            </a:fld>
            <a:endParaRPr lang="sv-SE"/>
          </a:p>
        </p:txBody>
      </p:sp>
      <p:pic>
        <p:nvPicPr>
          <p:cNvPr id="8" name="Bild 12">
            <a:extLst>
              <a:ext uri="{FF2B5EF4-FFF2-40B4-BE49-F238E27FC236}">
                <a16:creationId xmlns:a16="http://schemas.microsoft.com/office/drawing/2014/main" id="{1D0D85E7-8596-684D-90F8-84E185B33A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823505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cehol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med rundade hörn 6">
            <a:extLst>
              <a:ext uri="{FF2B5EF4-FFF2-40B4-BE49-F238E27FC236}">
                <a16:creationId xmlns:a16="http://schemas.microsoft.com/office/drawing/2014/main" id="{07F2E039-52EE-7E44-BB51-126116F814F0}"/>
              </a:ext>
            </a:extLst>
          </p:cNvPr>
          <p:cNvSpPr/>
          <p:nvPr/>
        </p:nvSpPr>
        <p:spPr>
          <a:xfrm>
            <a:off x="457200" y="1672389"/>
            <a:ext cx="11242431" cy="4693243"/>
          </a:xfrm>
          <a:custGeom>
            <a:avLst>
              <a:gd name="f0" fmla="val 12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152403" cap="flat">
            <a:solidFill>
              <a:srgbClr val="F5F5F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FAFEFE"/>
              </a:solidFill>
              <a:uFillTx/>
              <a:latin typeface="Century Gothic"/>
            </a:endParaRPr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D1D0C309-CBED-BD4B-AA3E-1AAD9EEF66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AF1A3F4-03C1-EC45-8CD7-2DAAFBEE80E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533AC47-9D2F-0948-8BF5-9A6D8E35707B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9CFB4C1C-266A-4941-8839-2A6EBA7A399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A7BB990-EDDA-1F48-84C4-72846990BBC9}" type="slidenum">
              <a:t>‹#›</a:t>
            </a:fld>
            <a:endParaRPr lang="sv-SE"/>
          </a:p>
        </p:txBody>
      </p:sp>
      <p:pic>
        <p:nvPicPr>
          <p:cNvPr id="7" name="Bild 12">
            <a:extLst>
              <a:ext uri="{FF2B5EF4-FFF2-40B4-BE49-F238E27FC236}">
                <a16:creationId xmlns:a16="http://schemas.microsoft.com/office/drawing/2014/main" id="{26B42082-568F-FF48-B7D0-EE45137D8A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27365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EB5E-1154-004E-8ADA-EC72611329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5676" y="1628802"/>
            <a:ext cx="10547173" cy="360035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66C2C237-B803-DD4E-9159-4373A6DAAAA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7A61BE3-41DC-7640-A8FE-15AC06B5811F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B48B1576-A1C0-B347-A55C-4C2F1F28277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E8F6C6-6310-8447-84EF-3177EA20D639}" type="slidenum">
              <a:t>‹#›</a:t>
            </a:fld>
            <a:endParaRPr lang="sv-SE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6B6FB1BC-1325-DA4B-B4BB-65963534B7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0063" y="2417763"/>
            <a:ext cx="10552787" cy="367665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pic>
        <p:nvPicPr>
          <p:cNvPr id="7" name="Bild 12">
            <a:extLst>
              <a:ext uri="{FF2B5EF4-FFF2-40B4-BE49-F238E27FC236}">
                <a16:creationId xmlns:a16="http://schemas.microsoft.com/office/drawing/2014/main" id="{BF9551B4-5031-6A4F-A24A-E6EC466D99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584074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B6F16-D373-0D49-A5B0-3C10DE5FFD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483A71-DFB7-4E49-B9E7-2EC2C54C499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31C38E-D34B-F142-A84D-EECAB604E73C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4A88A88-527C-7F46-925A-0691036EB8A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6827868-62E2-4E4F-B9D2-252D5B7640E7}" type="slidenum">
              <a:t>‹#›</a:t>
            </a:fld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5FB2A548-41A1-2E45-B8E9-A5917B085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4389" y="2011363"/>
            <a:ext cx="10558462" cy="40338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pic>
        <p:nvPicPr>
          <p:cNvPr id="7" name="Bild 12">
            <a:extLst>
              <a:ext uri="{FF2B5EF4-FFF2-40B4-BE49-F238E27FC236}">
                <a16:creationId xmlns:a16="http://schemas.microsoft.com/office/drawing/2014/main" id="{786423AE-B67C-4444-92BA-34C4D27F78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529331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in two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E6B1C-E400-474C-B59A-0D02332874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5294" y="1628802"/>
            <a:ext cx="10558462" cy="360035"/>
          </a:xfrm>
          <a:prstGeom prst="rect">
            <a:avLst/>
          </a:prstGeom>
        </p:spPr>
        <p:txBody>
          <a:bodyPr l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3ED86F39-F480-FB41-A5A6-8AA35E64F09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E1C216-D3D3-624F-B5D4-31D55DA5EF7F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EFE1BD57-504A-274B-ABCD-2CF832A6997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1BA58B6-0EF6-1B47-9D77-C63E79AA615A}" type="slidenum">
              <a:t>‹#›</a:t>
            </a:fld>
            <a:endParaRPr lang="sv-SE"/>
          </a:p>
        </p:txBody>
      </p:sp>
      <p:sp>
        <p:nvSpPr>
          <p:cNvPr id="5" name="Platshållare för text 14">
            <a:extLst>
              <a:ext uri="{FF2B5EF4-FFF2-40B4-BE49-F238E27FC236}">
                <a16:creationId xmlns:a16="http://schemas.microsoft.com/office/drawing/2014/main" id="{B16AAFFC-4C2C-8246-9583-06450BA1C8B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14388" y="2417763"/>
            <a:ext cx="10558462" cy="3627437"/>
          </a:xfrm>
          <a:prstGeom prst="rect">
            <a:avLst/>
          </a:prstGeom>
        </p:spPr>
        <p:txBody>
          <a:bodyPr lIns="0" tIns="0" rIns="0" bIns="0" numCol="2" spcCol="720000" anchor="t"/>
          <a:lstStyle>
            <a:lvl1pPr marL="0" marR="0" indent="0" algn="l" defTabSz="9141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B9BD5"/>
              </a:buClr>
              <a:buSzPct val="100000"/>
              <a:buFont typeface="Systemtypsnitt"/>
              <a:buNone/>
              <a:tabLst/>
              <a:defRPr lang="sv-SE" sz="1000" b="0" i="0" u="none" strike="noStrike" smtClean="0">
                <a:effectLst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pic>
        <p:nvPicPr>
          <p:cNvPr id="7" name="Bild 12">
            <a:extLst>
              <a:ext uri="{FF2B5EF4-FFF2-40B4-BE49-F238E27FC236}">
                <a16:creationId xmlns:a16="http://schemas.microsoft.com/office/drawing/2014/main" id="{81A690E7-76CE-FE4E-B9D1-5B6CEC8F3C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814042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in two columns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F0D95-F687-3142-BB30-99BE601005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50202527-AB20-8446-8648-B49B32CAA5D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31836A-90B4-5243-B31C-715B69424428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36C0485E-BC52-5647-B586-050B5C19C73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925DF8C-C249-F847-A10B-DC8A150FCDC6}" type="slidenum">
              <a:t>‹#›</a:t>
            </a:fld>
            <a:endParaRPr lang="sv-SE"/>
          </a:p>
        </p:txBody>
      </p:sp>
      <p:sp>
        <p:nvSpPr>
          <p:cNvPr id="5" name="Platshållare för text 14">
            <a:extLst>
              <a:ext uri="{FF2B5EF4-FFF2-40B4-BE49-F238E27FC236}">
                <a16:creationId xmlns:a16="http://schemas.microsoft.com/office/drawing/2014/main" id="{BF4DF7A2-6250-B043-8491-A2CBD485FA3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14388" y="2011363"/>
            <a:ext cx="10558462" cy="4033837"/>
          </a:xfrm>
          <a:prstGeom prst="rect">
            <a:avLst/>
          </a:prstGeom>
        </p:spPr>
        <p:txBody>
          <a:bodyPr lIns="0" tIns="0" rIns="0" bIns="0" numCol="2" spcCol="720000" anchor="t"/>
          <a:lstStyle>
            <a:lvl1pPr>
              <a:defRPr lang="sv-SE" sz="1000" dirty="0">
                <a:effectLst/>
              </a:defRPr>
            </a:lvl1pPr>
          </a:lstStyle>
          <a:p>
            <a:pPr marL="0" lvl="0" indent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sv-SE"/>
              <a:t>Klicka här för att ändra format på bakgrundstexten</a:t>
            </a:r>
          </a:p>
        </p:txBody>
      </p:sp>
      <p:pic>
        <p:nvPicPr>
          <p:cNvPr id="7" name="Bild 12">
            <a:extLst>
              <a:ext uri="{FF2B5EF4-FFF2-40B4-BE49-F238E27FC236}">
                <a16:creationId xmlns:a16="http://schemas.microsoft.com/office/drawing/2014/main" id="{64845BCD-8BA9-FB42-80F4-F6E11B4928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4671657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chnical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med rundade hörn 3">
            <a:extLst>
              <a:ext uri="{FF2B5EF4-FFF2-40B4-BE49-F238E27FC236}">
                <a16:creationId xmlns:a16="http://schemas.microsoft.com/office/drawing/2014/main" id="{92597897-7E84-E745-8E2F-2F03EFB05BFF}"/>
              </a:ext>
            </a:extLst>
          </p:cNvPr>
          <p:cNvSpPr/>
          <p:nvPr/>
        </p:nvSpPr>
        <p:spPr>
          <a:xfrm>
            <a:off x="381624" y="381597"/>
            <a:ext cx="11430740" cy="6083996"/>
          </a:xfrm>
          <a:custGeom>
            <a:avLst>
              <a:gd name="f0" fmla="val 2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</a:gsLst>
            <a:path path="circle">
              <a:fillToRect l="50000" t="50000" r="50000" b="5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FAFEFE"/>
              </a:solidFill>
              <a:uFillTx/>
              <a:latin typeface="Century Gothic"/>
            </a:endParaRPr>
          </a:p>
        </p:txBody>
      </p:sp>
      <p:sp>
        <p:nvSpPr>
          <p:cNvPr id="3" name="Platshållare för datum 4">
            <a:extLst>
              <a:ext uri="{FF2B5EF4-FFF2-40B4-BE49-F238E27FC236}">
                <a16:creationId xmlns:a16="http://schemas.microsoft.com/office/drawing/2014/main" id="{1F650003-8683-304B-A336-7896E703099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7FA9400-7FCC-FE41-AFF5-FD8B21A872AD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4" name="Platshållare för bildnummer 6">
            <a:extLst>
              <a:ext uri="{FF2B5EF4-FFF2-40B4-BE49-F238E27FC236}">
                <a16:creationId xmlns:a16="http://schemas.microsoft.com/office/drawing/2014/main" id="{EF5E4EC4-C357-6A4D-A26D-C23E1BC4ABD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8D9E6BB-EA46-9547-9F9A-C9465D9E8484}" type="slidenum">
              <a:t>‹#›</a:t>
            </a:fld>
            <a:endParaRPr lang="sv-SE"/>
          </a:p>
        </p:txBody>
      </p:sp>
      <p:pic>
        <p:nvPicPr>
          <p:cNvPr id="6" name="Bild 12">
            <a:extLst>
              <a:ext uri="{FF2B5EF4-FFF2-40B4-BE49-F238E27FC236}">
                <a16:creationId xmlns:a16="http://schemas.microsoft.com/office/drawing/2014/main" id="{9B32141E-E39D-F94C-82BA-33D78C9949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6741510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chnical char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med rundade hörn 3">
            <a:extLst>
              <a:ext uri="{FF2B5EF4-FFF2-40B4-BE49-F238E27FC236}">
                <a16:creationId xmlns:a16="http://schemas.microsoft.com/office/drawing/2014/main" id="{00F471DA-1788-4B4F-BB50-3AA4365920AA}"/>
              </a:ext>
            </a:extLst>
          </p:cNvPr>
          <p:cNvSpPr/>
          <p:nvPr/>
        </p:nvSpPr>
        <p:spPr>
          <a:xfrm>
            <a:off x="381624" y="1616075"/>
            <a:ext cx="11430740" cy="4862119"/>
          </a:xfrm>
          <a:custGeom>
            <a:avLst>
              <a:gd name="f0" fmla="val 3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</a:gsLst>
            <a:path path="circle">
              <a:fillToRect l="50000" t="50000" r="50000" b="5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FAFEFE"/>
              </a:solidFill>
              <a:uFillTx/>
              <a:latin typeface="Century Gothic"/>
            </a:endParaRPr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FB1F1CE6-B694-2840-99A0-771DA153D5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4" name="Platshållare för datum 5">
            <a:extLst>
              <a:ext uri="{FF2B5EF4-FFF2-40B4-BE49-F238E27FC236}">
                <a16:creationId xmlns:a16="http://schemas.microsoft.com/office/drawing/2014/main" id="{588AD31E-4A9C-1644-809A-93D0B56C30C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7286BEE-6904-E34D-B187-7C6CFB641758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5" name="Platshållare för bildnummer 7">
            <a:extLst>
              <a:ext uri="{FF2B5EF4-FFF2-40B4-BE49-F238E27FC236}">
                <a16:creationId xmlns:a16="http://schemas.microsoft.com/office/drawing/2014/main" id="{C7D41BB2-8ECC-8D4B-916F-683A50868CF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46E23C3-DABA-4047-B680-E47BB4873581}" type="slidenum">
              <a:t>‹#›</a:t>
            </a:fld>
            <a:endParaRPr lang="sv-SE"/>
          </a:p>
        </p:txBody>
      </p:sp>
      <p:pic>
        <p:nvPicPr>
          <p:cNvPr id="7" name="Bild 12">
            <a:extLst>
              <a:ext uri="{FF2B5EF4-FFF2-40B4-BE49-F238E27FC236}">
                <a16:creationId xmlns:a16="http://schemas.microsoft.com/office/drawing/2014/main" id="{96E2265D-A3C9-5C4C-8D6A-9D779AD97A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358929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chnical chart with bulllet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med rundade hörn 12">
            <a:extLst>
              <a:ext uri="{FF2B5EF4-FFF2-40B4-BE49-F238E27FC236}">
                <a16:creationId xmlns:a16="http://schemas.microsoft.com/office/drawing/2014/main" id="{3239094E-0A4F-BE40-85C8-D9ED22ED2A39}"/>
              </a:ext>
            </a:extLst>
          </p:cNvPr>
          <p:cNvSpPr/>
          <p:nvPr/>
        </p:nvSpPr>
        <p:spPr>
          <a:xfrm>
            <a:off x="381624" y="381597"/>
            <a:ext cx="5317199" cy="6083996"/>
          </a:xfrm>
          <a:custGeom>
            <a:avLst>
              <a:gd name="f0" fmla="val 2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</a:gsLst>
            <a:path path="circle">
              <a:fillToRect l="50000" t="50000" r="50000" b="5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FAFEFE"/>
              </a:solidFill>
              <a:uFillTx/>
              <a:latin typeface="Century Gothic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8C87EC6-3379-0640-885B-16893257EA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2066" y="947583"/>
            <a:ext cx="4572301" cy="842537"/>
          </a:xfrm>
          <a:prstGeom prst="rect">
            <a:avLst/>
          </a:prstGeom>
        </p:spPr>
        <p:txBody>
          <a:bodyPr wrap="square" lIns="0" tIns="0" rIns="0" bIns="0" anchor="b"/>
          <a:lstStyle>
            <a:lvl1pPr>
              <a:defRPr lang="en-US"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5" name="Platshållare för datum 2">
            <a:extLst>
              <a:ext uri="{FF2B5EF4-FFF2-40B4-BE49-F238E27FC236}">
                <a16:creationId xmlns:a16="http://schemas.microsoft.com/office/drawing/2014/main" id="{6D3755F9-C3F2-E44D-9356-ED355EA97FE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0385072-5C5F-854D-9EFE-5559E5E82D9F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6" name="Platshållare för bildnummer 3">
            <a:extLst>
              <a:ext uri="{FF2B5EF4-FFF2-40B4-BE49-F238E27FC236}">
                <a16:creationId xmlns:a16="http://schemas.microsoft.com/office/drawing/2014/main" id="{A93101F7-7812-6E40-A662-0854AC50B12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D942E19-B441-9141-BF3C-F7B1D5FF86F9}" type="slidenum">
              <a:t>‹#›</a:t>
            </a:fld>
            <a:endParaRPr lang="sv-SE"/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1E594624-224D-2544-9F25-E81A4962C8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91288" y="2011363"/>
            <a:ext cx="4572301" cy="3738562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pic>
        <p:nvPicPr>
          <p:cNvPr id="8" name="Bild 12">
            <a:extLst>
              <a:ext uri="{FF2B5EF4-FFF2-40B4-BE49-F238E27FC236}">
                <a16:creationId xmlns:a16="http://schemas.microsoft.com/office/drawing/2014/main" id="{00913874-A24E-764F-B76A-DFE05E1F1D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6866049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fiel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4CE8DA7-EDD4-6F4F-9F27-5B5CD7AC13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Rektangel med rundade hörn 53">
            <a:extLst>
              <a:ext uri="{FF2B5EF4-FFF2-40B4-BE49-F238E27FC236}">
                <a16:creationId xmlns:a16="http://schemas.microsoft.com/office/drawing/2014/main" id="{4B8AFB10-B2E8-EE40-98AB-E6E77FC3D0A8}"/>
              </a:ext>
            </a:extLst>
          </p:cNvPr>
          <p:cNvSpPr/>
          <p:nvPr/>
        </p:nvSpPr>
        <p:spPr>
          <a:xfrm>
            <a:off x="379997" y="1524597"/>
            <a:ext cx="5526002" cy="4957410"/>
          </a:xfrm>
          <a:custGeom>
            <a:avLst>
              <a:gd name="f0" fmla="val 77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4" name="Rektangel med rundade hörn 55">
            <a:extLst>
              <a:ext uri="{FF2B5EF4-FFF2-40B4-BE49-F238E27FC236}">
                <a16:creationId xmlns:a16="http://schemas.microsoft.com/office/drawing/2014/main" id="{8843DEC0-BD6B-EA47-8376-F60FEAA842BF}"/>
              </a:ext>
            </a:extLst>
          </p:cNvPr>
          <p:cNvSpPr/>
          <p:nvPr userDrawn="1"/>
        </p:nvSpPr>
        <p:spPr>
          <a:xfrm>
            <a:off x="6285997" y="1524597"/>
            <a:ext cx="5526002" cy="4957410"/>
          </a:xfrm>
          <a:custGeom>
            <a:avLst>
              <a:gd name="f0" fmla="val 6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7" name="Platshållare för text 69">
            <a:extLst>
              <a:ext uri="{FF2B5EF4-FFF2-40B4-BE49-F238E27FC236}">
                <a16:creationId xmlns:a16="http://schemas.microsoft.com/office/drawing/2014/main" id="{AF4538B0-92AF-394A-8C5D-597E157053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14387" y="1916829"/>
            <a:ext cx="4709560" cy="61169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48ACD7"/>
                </a:solidFill>
                <a:latin typeface="Hind Light" pitchFamily="2"/>
                <a:cs typeface="Hind Light" pitchFamily="2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8" name="Platshållare för text 69">
            <a:extLst>
              <a:ext uri="{FF2B5EF4-FFF2-40B4-BE49-F238E27FC236}">
                <a16:creationId xmlns:a16="http://schemas.microsoft.com/office/drawing/2014/main" id="{54ADF84E-E9D2-4C48-B0BD-1C538DB6CF0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67603" y="1916829"/>
            <a:ext cx="4762798" cy="61169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lang="sv-SE" sz="1800" b="0" i="0" u="none" strike="noStrike" kern="1200" cap="none" spc="0" baseline="0" dirty="0">
                <a:solidFill>
                  <a:srgbClr val="48ACD7"/>
                </a:solidFill>
                <a:uFillTx/>
                <a:latin typeface="Hind Light" pitchFamily="2"/>
                <a:cs typeface="Hind Light" pitchFamily="2"/>
              </a:defRPr>
            </a:lvl1pPr>
          </a:lstStyle>
          <a:p>
            <a:pPr marL="0" marR="0" lvl="0" indent="0" algn="l" defTabSz="914171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ct val="100000"/>
              <a:buFont typeface="Systemtypsnitt"/>
              <a:buNone/>
              <a:tabLst/>
            </a:pPr>
            <a:r>
              <a:rPr lang="sv-SE"/>
              <a:t>Klicka här för att ändra format på bakgrundstexten</a:t>
            </a:r>
          </a:p>
        </p:txBody>
      </p:sp>
      <p:sp>
        <p:nvSpPr>
          <p:cNvPr id="9" name="Platshållare för datum 4">
            <a:extLst>
              <a:ext uri="{FF2B5EF4-FFF2-40B4-BE49-F238E27FC236}">
                <a16:creationId xmlns:a16="http://schemas.microsoft.com/office/drawing/2014/main" id="{B869042B-F8EC-6241-ADB4-391FFD874EE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42BF7A2-91B4-E343-B5DB-51F557654959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10" name="Platshållare för bildnummer 5">
            <a:extLst>
              <a:ext uri="{FF2B5EF4-FFF2-40B4-BE49-F238E27FC236}">
                <a16:creationId xmlns:a16="http://schemas.microsoft.com/office/drawing/2014/main" id="{344BCD1F-CB6E-254E-B71D-29217EDAB4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2CBD297-5305-D14F-8C34-EDAD01D954C9}" type="slidenum">
              <a:t>‹#›</a:t>
            </a:fld>
            <a:endParaRPr lang="sv-SE"/>
          </a:p>
        </p:txBody>
      </p:sp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4F1F73A9-FDE8-5B49-8859-45B87420AA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62433" y="2669707"/>
            <a:ext cx="4762500" cy="341947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5" name="Platshållare för text 14">
            <a:extLst>
              <a:ext uri="{FF2B5EF4-FFF2-40B4-BE49-F238E27FC236}">
                <a16:creationId xmlns:a16="http://schemas.microsoft.com/office/drawing/2014/main" id="{C4F87D6A-5E41-0540-9C6C-0533FF5069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4388" y="2669706"/>
            <a:ext cx="4709560" cy="341947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pic>
        <p:nvPicPr>
          <p:cNvPr id="12" name="Bild 12">
            <a:extLst>
              <a:ext uri="{FF2B5EF4-FFF2-40B4-BE49-F238E27FC236}">
                <a16:creationId xmlns:a16="http://schemas.microsoft.com/office/drawing/2014/main" id="{130CA0CF-62E7-CE4E-9EE8-FDE43417CC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659227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fiel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A1F9500-9F72-DE40-9427-7DF497C244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Rektangel med rundade hörn 53">
            <a:extLst>
              <a:ext uri="{FF2B5EF4-FFF2-40B4-BE49-F238E27FC236}">
                <a16:creationId xmlns:a16="http://schemas.microsoft.com/office/drawing/2014/main" id="{28D1E2D4-F572-BD40-B149-90B824894372}"/>
              </a:ext>
            </a:extLst>
          </p:cNvPr>
          <p:cNvSpPr/>
          <p:nvPr/>
        </p:nvSpPr>
        <p:spPr>
          <a:xfrm>
            <a:off x="380509" y="1524597"/>
            <a:ext cx="3556796" cy="4957410"/>
          </a:xfrm>
          <a:custGeom>
            <a:avLst>
              <a:gd name="f0" fmla="val 77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4" name="Rektangel med rundade hörn 54">
            <a:extLst>
              <a:ext uri="{FF2B5EF4-FFF2-40B4-BE49-F238E27FC236}">
                <a16:creationId xmlns:a16="http://schemas.microsoft.com/office/drawing/2014/main" id="{2FB48721-CB42-A64C-BDDB-6CC3403BC75C}"/>
              </a:ext>
            </a:extLst>
          </p:cNvPr>
          <p:cNvSpPr/>
          <p:nvPr/>
        </p:nvSpPr>
        <p:spPr>
          <a:xfrm>
            <a:off x="4317147" y="1530906"/>
            <a:ext cx="3556796" cy="4957410"/>
          </a:xfrm>
          <a:custGeom>
            <a:avLst>
              <a:gd name="f0" fmla="val 9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5" name="Rektangel med rundade hörn 55">
            <a:extLst>
              <a:ext uri="{FF2B5EF4-FFF2-40B4-BE49-F238E27FC236}">
                <a16:creationId xmlns:a16="http://schemas.microsoft.com/office/drawing/2014/main" id="{CB550B89-E1DC-8E44-A122-330D0DD298DA}"/>
              </a:ext>
            </a:extLst>
          </p:cNvPr>
          <p:cNvSpPr/>
          <p:nvPr/>
        </p:nvSpPr>
        <p:spPr>
          <a:xfrm>
            <a:off x="8253795" y="1530906"/>
            <a:ext cx="3556796" cy="4957410"/>
          </a:xfrm>
          <a:custGeom>
            <a:avLst>
              <a:gd name="f0" fmla="val 6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9" name="Platshållare för text 69">
            <a:extLst>
              <a:ext uri="{FF2B5EF4-FFF2-40B4-BE49-F238E27FC236}">
                <a16:creationId xmlns:a16="http://schemas.microsoft.com/office/drawing/2014/main" id="{D0C822F9-A06C-D941-9C2B-CB4AAFBACC4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92702" y="1916829"/>
            <a:ext cx="2732400" cy="61169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rgbClr val="48ACD7"/>
                </a:solidFill>
                <a:latin typeface="Hind Light" pitchFamily="2"/>
                <a:cs typeface="Hind Light" pitchFamily="2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Platshållare för text 69">
            <a:extLst>
              <a:ext uri="{FF2B5EF4-FFF2-40B4-BE49-F238E27FC236}">
                <a16:creationId xmlns:a16="http://schemas.microsoft.com/office/drawing/2014/main" id="{8F69C8E7-E5FA-F34E-A899-FA3908D7451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29349" y="1860072"/>
            <a:ext cx="2732400" cy="61169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48ACD7"/>
                </a:solidFill>
                <a:latin typeface="Hind Light" pitchFamily="2"/>
                <a:cs typeface="Hind Light" pitchFamily="2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1" name="Platshållare för text 69">
            <a:extLst>
              <a:ext uri="{FF2B5EF4-FFF2-40B4-BE49-F238E27FC236}">
                <a16:creationId xmlns:a16="http://schemas.microsoft.com/office/drawing/2014/main" id="{3260FFE9-3325-014A-A717-88F6655B6BC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665997" y="1916829"/>
            <a:ext cx="2732400" cy="61169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48ACD7"/>
                </a:solidFill>
                <a:latin typeface="Hind Light" pitchFamily="2"/>
                <a:cs typeface="Hind Light" pitchFamily="2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2" name="Platshållare för datum 4">
            <a:extLst>
              <a:ext uri="{FF2B5EF4-FFF2-40B4-BE49-F238E27FC236}">
                <a16:creationId xmlns:a16="http://schemas.microsoft.com/office/drawing/2014/main" id="{1FB41779-7DAD-004B-8EA5-202765EBF04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C3308CC-11D7-0B49-AF0F-EADC3067C9C3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13" name="Platshållare för bildnummer 5">
            <a:extLst>
              <a:ext uri="{FF2B5EF4-FFF2-40B4-BE49-F238E27FC236}">
                <a16:creationId xmlns:a16="http://schemas.microsoft.com/office/drawing/2014/main" id="{3778F1BC-1684-F34A-8105-A63A50F1617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137E9B1-29ED-1149-879B-92C978BA41DB}" type="slidenum">
              <a:t>‹#›</a:t>
            </a:fld>
            <a:endParaRPr lang="sv-SE"/>
          </a:p>
        </p:txBody>
      </p:sp>
      <p:sp>
        <p:nvSpPr>
          <p:cNvPr id="16" name="Platshållare för text 15">
            <a:extLst>
              <a:ext uri="{FF2B5EF4-FFF2-40B4-BE49-F238E27FC236}">
                <a16:creationId xmlns:a16="http://schemas.microsoft.com/office/drawing/2014/main" id="{F266FB85-F46A-424C-A951-77A0E89B65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3015" y="2616689"/>
            <a:ext cx="2732087" cy="3419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17" name="Platshållare för text 15">
            <a:extLst>
              <a:ext uri="{FF2B5EF4-FFF2-40B4-BE49-F238E27FC236}">
                <a16:creationId xmlns:a16="http://schemas.microsoft.com/office/drawing/2014/main" id="{E36E6502-558E-B74A-998D-3654C084E4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29349" y="2616689"/>
            <a:ext cx="2732087" cy="3419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8" name="Platshållare för text 15">
            <a:extLst>
              <a:ext uri="{FF2B5EF4-FFF2-40B4-BE49-F238E27FC236}">
                <a16:creationId xmlns:a16="http://schemas.microsoft.com/office/drawing/2014/main" id="{084D7EE1-ECFA-B645-B606-A3457BEB08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665997" y="2616689"/>
            <a:ext cx="2732087" cy="3419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pic>
        <p:nvPicPr>
          <p:cNvPr id="15" name="Bild 12">
            <a:extLst>
              <a:ext uri="{FF2B5EF4-FFF2-40B4-BE49-F238E27FC236}">
                <a16:creationId xmlns:a16="http://schemas.microsoft.com/office/drawing/2014/main" id="{EFFE6BB8-42DF-F047-991C-0A48E711B8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2617530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fiel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982DDAD-27A8-7C4A-9B61-329E9734BF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Rektangel med rundade hörn 53">
            <a:extLst>
              <a:ext uri="{FF2B5EF4-FFF2-40B4-BE49-F238E27FC236}">
                <a16:creationId xmlns:a16="http://schemas.microsoft.com/office/drawing/2014/main" id="{8569722F-C7F0-5242-B75C-F8F6E56A860B}"/>
              </a:ext>
            </a:extLst>
          </p:cNvPr>
          <p:cNvSpPr/>
          <p:nvPr/>
        </p:nvSpPr>
        <p:spPr>
          <a:xfrm>
            <a:off x="380509" y="1524597"/>
            <a:ext cx="2572362" cy="4957410"/>
          </a:xfrm>
          <a:custGeom>
            <a:avLst>
              <a:gd name="f0" fmla="val 77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4" name="Rektangel med rundade hörn 54">
            <a:extLst>
              <a:ext uri="{FF2B5EF4-FFF2-40B4-BE49-F238E27FC236}">
                <a16:creationId xmlns:a16="http://schemas.microsoft.com/office/drawing/2014/main" id="{095C21C0-8031-3748-A88A-5D0F1283F8F6}"/>
              </a:ext>
            </a:extLst>
          </p:cNvPr>
          <p:cNvSpPr/>
          <p:nvPr userDrawn="1"/>
        </p:nvSpPr>
        <p:spPr>
          <a:xfrm>
            <a:off x="3333381" y="1524597"/>
            <a:ext cx="2572362" cy="4957410"/>
          </a:xfrm>
          <a:custGeom>
            <a:avLst>
              <a:gd name="f0" fmla="val 9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5" name="Rektangel med rundade hörn 55">
            <a:extLst>
              <a:ext uri="{FF2B5EF4-FFF2-40B4-BE49-F238E27FC236}">
                <a16:creationId xmlns:a16="http://schemas.microsoft.com/office/drawing/2014/main" id="{CD0E490C-D2E8-604A-B980-E7008987852D}"/>
              </a:ext>
            </a:extLst>
          </p:cNvPr>
          <p:cNvSpPr/>
          <p:nvPr/>
        </p:nvSpPr>
        <p:spPr>
          <a:xfrm>
            <a:off x="6286253" y="1524597"/>
            <a:ext cx="2572362" cy="4957410"/>
          </a:xfrm>
          <a:custGeom>
            <a:avLst>
              <a:gd name="f0" fmla="val 6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6" name="Rektangel med rundade hörn 56">
            <a:extLst>
              <a:ext uri="{FF2B5EF4-FFF2-40B4-BE49-F238E27FC236}">
                <a16:creationId xmlns:a16="http://schemas.microsoft.com/office/drawing/2014/main" id="{48238AAC-2DE8-4449-8CE1-5720D08CB746}"/>
              </a:ext>
            </a:extLst>
          </p:cNvPr>
          <p:cNvSpPr/>
          <p:nvPr/>
        </p:nvSpPr>
        <p:spPr>
          <a:xfrm>
            <a:off x="9239125" y="1524597"/>
            <a:ext cx="2572362" cy="4957410"/>
          </a:xfrm>
          <a:custGeom>
            <a:avLst>
              <a:gd name="f0" fmla="val 63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11" name="Platshållare för text 69">
            <a:extLst>
              <a:ext uri="{FF2B5EF4-FFF2-40B4-BE49-F238E27FC236}">
                <a16:creationId xmlns:a16="http://schemas.microsoft.com/office/drawing/2014/main" id="{C49D5063-05C3-4A42-869A-2795E6E7116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62134" y="1916829"/>
            <a:ext cx="1809122" cy="61169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48ACD7"/>
                </a:solidFill>
                <a:latin typeface="Hind Light" pitchFamily="2"/>
                <a:cs typeface="Hind Light" pitchFamily="2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2" name="Platshållare för text 69">
            <a:extLst>
              <a:ext uri="{FF2B5EF4-FFF2-40B4-BE49-F238E27FC236}">
                <a16:creationId xmlns:a16="http://schemas.microsoft.com/office/drawing/2014/main" id="{2CE76011-9877-CF45-92E5-3257021CFB5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715006" y="1916829"/>
            <a:ext cx="1809122" cy="61169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48ACD7"/>
                </a:solidFill>
                <a:latin typeface="Hind Light" pitchFamily="2"/>
                <a:cs typeface="Hind Light" pitchFamily="2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3" name="Platshållare för text 69">
            <a:extLst>
              <a:ext uri="{FF2B5EF4-FFF2-40B4-BE49-F238E27FC236}">
                <a16:creationId xmlns:a16="http://schemas.microsoft.com/office/drawing/2014/main" id="{E98F1093-AC39-8548-B85B-F0EFF82AEC7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67877" y="1916829"/>
            <a:ext cx="1809122" cy="61169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48ACD7"/>
                </a:solidFill>
                <a:latin typeface="Hind Light" pitchFamily="2"/>
                <a:cs typeface="Hind Light" pitchFamily="2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4" name="Platshållare för text 69">
            <a:extLst>
              <a:ext uri="{FF2B5EF4-FFF2-40B4-BE49-F238E27FC236}">
                <a16:creationId xmlns:a16="http://schemas.microsoft.com/office/drawing/2014/main" id="{8BBD99D2-2FC3-4041-B933-0710AED2F32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620749" y="1916829"/>
            <a:ext cx="1809122" cy="61169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48ACD7"/>
                </a:solidFill>
                <a:latin typeface="Hind Light" pitchFamily="2"/>
                <a:cs typeface="Hind Light" pitchFamily="2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5" name="Platshållare för datum 4">
            <a:extLst>
              <a:ext uri="{FF2B5EF4-FFF2-40B4-BE49-F238E27FC236}">
                <a16:creationId xmlns:a16="http://schemas.microsoft.com/office/drawing/2014/main" id="{71902427-6DD9-A44F-9D02-F93D7F41717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6EF594B-0D0D-B64A-83EF-091FAE3B95B1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16" name="Platshållare för bildnummer 5">
            <a:extLst>
              <a:ext uri="{FF2B5EF4-FFF2-40B4-BE49-F238E27FC236}">
                <a16:creationId xmlns:a16="http://schemas.microsoft.com/office/drawing/2014/main" id="{CC3A5425-D65D-C646-A458-AC17488D47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5B94855-27D2-804E-8709-BEDE3FE43807}" type="slidenum">
              <a:t>‹#›</a:t>
            </a:fld>
            <a:endParaRPr lang="sv-SE"/>
          </a:p>
        </p:txBody>
      </p:sp>
      <p:sp>
        <p:nvSpPr>
          <p:cNvPr id="19" name="Platshållare för text 18">
            <a:extLst>
              <a:ext uri="{FF2B5EF4-FFF2-40B4-BE49-F238E27FC236}">
                <a16:creationId xmlns:a16="http://schemas.microsoft.com/office/drawing/2014/main" id="{6184804F-F5F4-E048-BAD4-1F9CA3BFC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00" y="2673350"/>
            <a:ext cx="1809750" cy="3419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23" name="Platshållare för text 18">
            <a:extLst>
              <a:ext uri="{FF2B5EF4-FFF2-40B4-BE49-F238E27FC236}">
                <a16:creationId xmlns:a16="http://schemas.microsoft.com/office/drawing/2014/main" id="{278BE4D9-8E41-E04F-86B5-B3B3088D05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14378" y="2673349"/>
            <a:ext cx="1809750" cy="3419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24" name="Platshållare för text 18">
            <a:extLst>
              <a:ext uri="{FF2B5EF4-FFF2-40B4-BE49-F238E27FC236}">
                <a16:creationId xmlns:a16="http://schemas.microsoft.com/office/drawing/2014/main" id="{374D0CE7-C6D0-7346-B5BE-7E7C12E884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59" y="2673349"/>
            <a:ext cx="1809750" cy="3419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25" name="Platshållare för text 18">
            <a:extLst>
              <a:ext uri="{FF2B5EF4-FFF2-40B4-BE49-F238E27FC236}">
                <a16:creationId xmlns:a16="http://schemas.microsoft.com/office/drawing/2014/main" id="{5DD704F9-4949-D04D-B092-32DDF3FAD6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15183" y="2673349"/>
            <a:ext cx="1809750" cy="3419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pic>
        <p:nvPicPr>
          <p:cNvPr id="18" name="Bild 12">
            <a:extLst>
              <a:ext uri="{FF2B5EF4-FFF2-40B4-BE49-F238E27FC236}">
                <a16:creationId xmlns:a16="http://schemas.microsoft.com/office/drawing/2014/main" id="{15D20EBE-76FF-5C41-BB86-7DDAC67B7E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85083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s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E03A41F7-C12D-7C44-9AB5-91E461E9F9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00" y="381000"/>
            <a:ext cx="11431588" cy="6096000"/>
          </a:xfrm>
          <a:prstGeom prst="roundRect">
            <a:avLst>
              <a:gd name="adj" fmla="val 1888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path path="circle">
              <a:fillToRect l="100000" t="100000"/>
            </a:path>
          </a:gradFill>
        </p:spPr>
        <p:txBody>
          <a:bodyPr lIns="0" tIns="360000" rIns="0" bIns="0"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40C54451-FBD9-144A-B36A-0B74767695B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220ACD-ADDB-C040-8E2A-017B0BAC2557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4" name="Platshållare för bildnummer 8">
            <a:extLst>
              <a:ext uri="{FF2B5EF4-FFF2-40B4-BE49-F238E27FC236}">
                <a16:creationId xmlns:a16="http://schemas.microsoft.com/office/drawing/2014/main" id="{B176AD86-8923-694E-83AB-411B0C79379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12058" y="6176854"/>
            <a:ext cx="217490" cy="217490"/>
          </a:xfrm>
        </p:spPr>
        <p:txBody>
          <a:bodyPr/>
          <a:lstStyle>
            <a:lvl1pPr algn="ctr">
              <a:defRPr/>
            </a:lvl1pPr>
          </a:lstStyle>
          <a:p>
            <a:pPr lvl="0"/>
            <a:fld id="{48BE0E0A-FAEA-A24A-8E34-1DB12F32E848}" type="slidenum">
              <a:t>‹#›</a:t>
            </a:fld>
            <a:endParaRPr lang="sv-SE"/>
          </a:p>
        </p:txBody>
      </p:sp>
      <p:sp>
        <p:nvSpPr>
          <p:cNvPr id="5" name="Rubrik 1">
            <a:extLst>
              <a:ext uri="{FF2B5EF4-FFF2-40B4-BE49-F238E27FC236}">
                <a16:creationId xmlns:a16="http://schemas.microsoft.com/office/drawing/2014/main" id="{E535E7B1-E48D-074B-8778-FB77043F32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4388" y="1616075"/>
            <a:ext cx="10558462" cy="4429125"/>
          </a:xfrm>
          <a:prstGeom prst="rect">
            <a:avLst/>
          </a:prstGeom>
        </p:spPr>
        <p:txBody>
          <a:bodyPr wrap="square" lIns="0" tIns="0" rIns="0" bIns="0" anchor="ctr" anchorCtr="1"/>
          <a:lstStyle>
            <a:lvl1pPr algn="ctr">
              <a:lnSpc>
                <a:spcPts val="8000"/>
              </a:lnSpc>
              <a:defRPr sz="8000">
                <a:solidFill>
                  <a:srgbClr val="195F8C"/>
                </a:solidFill>
              </a:defRPr>
            </a:lvl1pPr>
          </a:lstStyle>
          <a:p>
            <a:pPr lvl="0"/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9" name="Platshållare för text 6">
            <a:extLst>
              <a:ext uri="{FF2B5EF4-FFF2-40B4-BE49-F238E27FC236}">
                <a16:creationId xmlns:a16="http://schemas.microsoft.com/office/drawing/2014/main" id="{794D0082-F6F2-7A42-8765-2E8FAC35E5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3885" y="0"/>
            <a:ext cx="761448" cy="119408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31734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tshållare för bild 7">
            <a:extLst>
              <a:ext uri="{FF2B5EF4-FFF2-40B4-BE49-F238E27FC236}">
                <a16:creationId xmlns:a16="http://schemas.microsoft.com/office/drawing/2014/main" id="{8974CB73-4470-4540-ABE8-A9FDE95164B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000" y="381000"/>
            <a:ext cx="5318305" cy="6096000"/>
          </a:xfrm>
          <a:prstGeom prst="roundRect">
            <a:avLst>
              <a:gd name="adj" fmla="val 1888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path path="circle">
              <a:fillToRect l="100000" t="100000"/>
            </a:path>
          </a:gradFill>
        </p:spPr>
        <p:txBody>
          <a:bodyPr tIns="972000" anchor="ctr" anchorCtr="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472A43-EA4A-9C4E-BBC1-D0CEBA3611C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500813" y="2430941"/>
            <a:ext cx="4534394" cy="972656"/>
          </a:xfrm>
          <a:prstGeom prst="rect">
            <a:avLst/>
          </a:prstGeom>
        </p:spPr>
        <p:txBody>
          <a:bodyPr wrap="square" lIns="0" tIns="0" rIns="0" bIns="0" anchor="b"/>
          <a:lstStyle>
            <a:lvl1pPr>
              <a:lnSpc>
                <a:spcPts val="6040"/>
              </a:lnSpc>
              <a:defRPr lang="en-US" sz="72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 err="1"/>
              <a:t>Title</a:t>
            </a:r>
            <a:endParaRPr lang="en-US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972C25D-917A-CD44-AB8C-14B3572D442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925B851-241B-FD44-A71B-C9AD3E745CDC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5" name="Platshållare för bildnummer 6">
            <a:extLst>
              <a:ext uri="{FF2B5EF4-FFF2-40B4-BE49-F238E27FC236}">
                <a16:creationId xmlns:a16="http://schemas.microsoft.com/office/drawing/2014/main" id="{C92615FB-EE03-F94D-8901-4FFDA8AA7C4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CC00832-0360-5E4C-A8EE-BDD20A59005E}" type="slidenum">
              <a:t>‹#›</a:t>
            </a:fld>
            <a:endParaRPr lang="sv-SE"/>
          </a:p>
        </p:txBody>
      </p:sp>
      <p:pic>
        <p:nvPicPr>
          <p:cNvPr id="6" name="Bild 8">
            <a:extLst>
              <a:ext uri="{FF2B5EF4-FFF2-40B4-BE49-F238E27FC236}">
                <a16:creationId xmlns:a16="http://schemas.microsoft.com/office/drawing/2014/main" id="{3C9A13E6-5DE7-7844-9378-F7E4413753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500813" y="1758151"/>
            <a:ext cx="1411503" cy="3024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Platshållare för text 6">
            <a:extLst>
              <a:ext uri="{FF2B5EF4-FFF2-40B4-BE49-F238E27FC236}">
                <a16:creationId xmlns:a16="http://schemas.microsoft.com/office/drawing/2014/main" id="{88654AA4-E931-3445-BB39-1C9074659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3885" y="0"/>
            <a:ext cx="761448" cy="119408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 </a:t>
            </a:r>
          </a:p>
        </p:txBody>
      </p:sp>
      <p:sp>
        <p:nvSpPr>
          <p:cNvPr id="12" name="Platshållare för text 11">
            <a:extLst>
              <a:ext uri="{FF2B5EF4-FFF2-40B4-BE49-F238E27FC236}">
                <a16:creationId xmlns:a16="http://schemas.microsoft.com/office/drawing/2014/main" id="{304F5829-CFB8-04C4-3378-D841891FE9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00813" y="3627438"/>
            <a:ext cx="4471987" cy="1614487"/>
          </a:xfrm>
        </p:spPr>
        <p:txBody>
          <a:bodyPr/>
          <a:lstStyle>
            <a:lvl1pPr marL="0" indent="0">
              <a:buNone/>
              <a:defRPr/>
            </a:lvl1pPr>
            <a:lvl2pPr marL="258767" indent="0">
              <a:buNone/>
              <a:defRPr/>
            </a:lvl2pPr>
            <a:lvl3pPr marL="495304" indent="0">
              <a:buNone/>
              <a:defRPr/>
            </a:lvl3pPr>
            <a:lvl4pPr marL="758825" indent="0">
              <a:buNone/>
              <a:defRPr/>
            </a:lvl4pPr>
            <a:lvl5pPr marL="1020763" indent="0"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785998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bullet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8857255A-964C-1049-A1C7-42A9A13681F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1000" y="381000"/>
            <a:ext cx="5318305" cy="6096000"/>
          </a:xfrm>
          <a:prstGeom prst="roundRect">
            <a:avLst>
              <a:gd name="adj" fmla="val 1888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path path="circle">
              <a:fillToRect l="100000" t="100000"/>
            </a:path>
          </a:gradFill>
        </p:spPr>
        <p:txBody>
          <a:bodyPr tIns="972000" anchor="ctr" anchorCtr="0"/>
          <a:lstStyle>
            <a:lvl1pPr>
              <a:defRPr lang="sv-SE" dirty="0"/>
            </a:lvl1pPr>
          </a:lstStyle>
          <a:p>
            <a:pPr marL="0" lvl="0" indent="0" algn="ctr">
              <a:buNone/>
            </a:pPr>
            <a:r>
              <a:rPr lang="sv-SE" dirty="0"/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D60F0E-4E24-2E4B-8552-E049392D3B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2066" y="936153"/>
            <a:ext cx="4572301" cy="842537"/>
          </a:xfrm>
          <a:prstGeom prst="rect">
            <a:avLst/>
          </a:prstGeom>
        </p:spPr>
        <p:txBody>
          <a:bodyPr wrap="square" lIns="0" tIns="0" rIns="0" bIns="0" anchor="b"/>
          <a:lstStyle>
            <a:lvl1pPr>
              <a:defRPr lang="en-US"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978B72AB-0E87-494E-ABE0-CA27C4702C8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DD2093-3073-0D4C-8F02-66DC50F2BA93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6" name="Platshållare för bildnummer 6">
            <a:extLst>
              <a:ext uri="{FF2B5EF4-FFF2-40B4-BE49-F238E27FC236}">
                <a16:creationId xmlns:a16="http://schemas.microsoft.com/office/drawing/2014/main" id="{7925901C-C1B2-6D40-B554-CED798659D3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12B8B78-A2A3-E744-BF9C-67E7491E0768}" type="slidenum">
              <a:t>‹#›</a:t>
            </a:fld>
            <a:endParaRPr lang="sv-SE"/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54623EBB-29B2-2747-9A9B-6E160D1DD0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89700" y="2011363"/>
            <a:ext cx="4572301" cy="37084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11" name="Platshållare för text 6">
            <a:extLst>
              <a:ext uri="{FF2B5EF4-FFF2-40B4-BE49-F238E27FC236}">
                <a16:creationId xmlns:a16="http://schemas.microsoft.com/office/drawing/2014/main" id="{E288552A-73C6-EA44-A114-F8698A23F0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3885" y="0"/>
            <a:ext cx="761448" cy="119408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52937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7">
            <a:extLst>
              <a:ext uri="{FF2B5EF4-FFF2-40B4-BE49-F238E27FC236}">
                <a16:creationId xmlns:a16="http://schemas.microsoft.com/office/drawing/2014/main" id="{DDD2D52A-E734-2441-B8CB-36E284ECA4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000" y="381000"/>
            <a:ext cx="11431588" cy="6096000"/>
          </a:xfrm>
          <a:prstGeom prst="roundRect">
            <a:avLst>
              <a:gd name="adj" fmla="val 1888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path path="circle">
              <a:fillToRect l="100000" t="100000"/>
            </a:path>
          </a:gradFill>
        </p:spPr>
        <p:txBody>
          <a:bodyPr tIns="684000" anchor="ctr" anchorCtr="0"/>
          <a:lstStyle>
            <a:lvl1pPr>
              <a:defRPr lang="sv-SE"/>
            </a:lvl1pPr>
          </a:lstStyle>
          <a:p>
            <a:pPr marL="0" lvl="0" indent="0" algn="ctr">
              <a:buNone/>
            </a:pPr>
            <a:r>
              <a:rPr lang="sv-SE" dirty="0"/>
              <a:t> </a:t>
            </a:r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561DDDA6-B0D1-8C4B-8203-C7DF04F19E3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F81172-EC75-B248-9B48-9180AFE90003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4" name="Platshållare för bildnummer 8">
            <a:extLst>
              <a:ext uri="{FF2B5EF4-FFF2-40B4-BE49-F238E27FC236}">
                <a16:creationId xmlns:a16="http://schemas.microsoft.com/office/drawing/2014/main" id="{ED2293AA-C5D1-D04F-AED2-C0C204ADF05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12058" y="6176854"/>
            <a:ext cx="217490" cy="217490"/>
          </a:xfrm>
        </p:spPr>
        <p:txBody>
          <a:bodyPr/>
          <a:lstStyle>
            <a:lvl1pPr algn="ctr">
              <a:defRPr/>
            </a:lvl1pPr>
          </a:lstStyle>
          <a:p>
            <a:pPr lvl="0"/>
            <a:fld id="{FE7D62CB-C9B5-9E47-A865-1C85D808BA7C}" type="slidenum">
              <a:t>‹#›</a:t>
            </a:fld>
            <a:endParaRPr lang="sv-SE"/>
          </a:p>
        </p:txBody>
      </p:sp>
      <p:sp>
        <p:nvSpPr>
          <p:cNvPr id="8" name="Platshållare för text 6">
            <a:extLst>
              <a:ext uri="{FF2B5EF4-FFF2-40B4-BE49-F238E27FC236}">
                <a16:creationId xmlns:a16="http://schemas.microsoft.com/office/drawing/2014/main" id="{4660F058-FDBC-4147-9A35-95141C093F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3885" y="0"/>
            <a:ext cx="761448" cy="119408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00381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7">
            <a:extLst>
              <a:ext uri="{FF2B5EF4-FFF2-40B4-BE49-F238E27FC236}">
                <a16:creationId xmlns:a16="http://schemas.microsoft.com/office/drawing/2014/main" id="{218466FE-4AFB-D34E-8A9F-CDF01AB2C8A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000" y="1519588"/>
            <a:ext cx="11431588" cy="4957411"/>
          </a:xfrm>
          <a:prstGeom prst="roundRect">
            <a:avLst>
              <a:gd name="adj" fmla="val 1888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path path="circle">
              <a:fillToRect l="100000" t="100000"/>
            </a:path>
          </a:gradFill>
        </p:spPr>
        <p:txBody>
          <a:bodyPr tIns="684000" anchor="ctr" anchorCtr="0"/>
          <a:lstStyle>
            <a:lvl1pPr>
              <a:defRPr lang="sv-SE"/>
            </a:lvl1pPr>
          </a:lstStyle>
          <a:p>
            <a:pPr marL="0" lvl="0" indent="0" algn="ctr">
              <a:buNone/>
            </a:pPr>
            <a:r>
              <a:rPr lang="sv-SE" dirty="0"/>
              <a:t> </a:t>
            </a:r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5B845653-4A9E-5B4B-898A-153CBE0A2F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</a:p>
        </p:txBody>
      </p:sp>
      <p:sp>
        <p:nvSpPr>
          <p:cNvPr id="4" name="Platshållare för datum 4">
            <a:extLst>
              <a:ext uri="{FF2B5EF4-FFF2-40B4-BE49-F238E27FC236}">
                <a16:creationId xmlns:a16="http://schemas.microsoft.com/office/drawing/2014/main" id="{1080FA45-87F8-694F-902A-3B52E247E9F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721FC20-F41F-BD46-B687-EBDD832DD5BE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5" name="Platshållare för bildnummer 8">
            <a:extLst>
              <a:ext uri="{FF2B5EF4-FFF2-40B4-BE49-F238E27FC236}">
                <a16:creationId xmlns:a16="http://schemas.microsoft.com/office/drawing/2014/main" id="{E64BBC50-FCA9-8545-86BF-D6FCE3EEEC9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12058" y="6176854"/>
            <a:ext cx="217490" cy="217490"/>
          </a:xfrm>
        </p:spPr>
        <p:txBody>
          <a:bodyPr/>
          <a:lstStyle>
            <a:lvl1pPr algn="ctr">
              <a:defRPr/>
            </a:lvl1pPr>
          </a:lstStyle>
          <a:p>
            <a:pPr lvl="0"/>
            <a:fld id="{BDE18028-A54E-8E47-AE47-69F87284E376}" type="slidenum">
              <a:t>‹#›</a:t>
            </a:fld>
            <a:endParaRPr lang="sv-SE"/>
          </a:p>
        </p:txBody>
      </p:sp>
      <p:pic>
        <p:nvPicPr>
          <p:cNvPr id="8" name="Bild 12">
            <a:extLst>
              <a:ext uri="{FF2B5EF4-FFF2-40B4-BE49-F238E27FC236}">
                <a16:creationId xmlns:a16="http://schemas.microsoft.com/office/drawing/2014/main" id="{8326785C-BEDE-A645-8C9B-8E2013DAE4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5514325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tshållare för bild 7">
            <a:extLst>
              <a:ext uri="{FF2B5EF4-FFF2-40B4-BE49-F238E27FC236}">
                <a16:creationId xmlns:a16="http://schemas.microsoft.com/office/drawing/2014/main" id="{87DBFFB0-A590-7F46-BD8A-C925BCD05A3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000" y="381000"/>
            <a:ext cx="11431588" cy="5344283"/>
          </a:xfrm>
          <a:prstGeom prst="roundRect">
            <a:avLst>
              <a:gd name="adj" fmla="val 1888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path path="circle">
              <a:fillToRect l="100000" t="100000"/>
            </a:path>
          </a:gradFill>
        </p:spPr>
        <p:txBody>
          <a:bodyPr tIns="684000" anchor="ctr" anchorCtr="0"/>
          <a:lstStyle>
            <a:lvl1pPr>
              <a:defRPr lang="sv-SE"/>
            </a:lvl1pPr>
          </a:lstStyle>
          <a:p>
            <a:pPr marL="0" lvl="0" indent="0" algn="ctr">
              <a:buNone/>
            </a:pPr>
            <a:r>
              <a:rPr lang="sv-SE" dirty="0"/>
              <a:t> </a:t>
            </a:r>
          </a:p>
        </p:txBody>
      </p:sp>
      <p:sp>
        <p:nvSpPr>
          <p:cNvPr id="3" name="Rektangel 25">
            <a:extLst>
              <a:ext uri="{FF2B5EF4-FFF2-40B4-BE49-F238E27FC236}">
                <a16:creationId xmlns:a16="http://schemas.microsoft.com/office/drawing/2014/main" id="{D5479F03-9341-A347-938B-DC46A2638F99}"/>
              </a:ext>
            </a:extLst>
          </p:cNvPr>
          <p:cNvSpPr/>
          <p:nvPr/>
        </p:nvSpPr>
        <p:spPr>
          <a:xfrm>
            <a:off x="747604" y="6076434"/>
            <a:ext cx="306719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400" b="1" i="0" u="none" strike="noStrike" kern="1200" cap="none" spc="0" baseline="0">
                <a:solidFill>
                  <a:srgbClr val="323232"/>
                </a:solidFill>
                <a:uFillTx/>
                <a:latin typeface="Montserrat SemiBold" pitchFamily="2"/>
              </a:rPr>
              <a:t>WEBSITE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400" b="1" i="0" u="none" strike="noStrike" kern="1200" cap="none" spc="0" baseline="0">
              <a:solidFill>
                <a:srgbClr val="323232"/>
              </a:solidFill>
              <a:uFillTx/>
              <a:latin typeface="Montserrat SemiBold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A88101-F8F6-024D-9BE5-DA96F85F3D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4388" y="2627455"/>
            <a:ext cx="10558462" cy="593583"/>
          </a:xfrm>
          <a:prstGeom prst="rect">
            <a:avLst/>
          </a:prstGeom>
        </p:spPr>
        <p:txBody>
          <a:bodyPr lIns="0" tIns="0" rIns="0" bIns="0" anchorCtr="1"/>
          <a:lstStyle>
            <a:lvl1pPr algn="ctr"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5" name="Platshållare för bild 35">
            <a:extLst>
              <a:ext uri="{FF2B5EF4-FFF2-40B4-BE49-F238E27FC236}">
                <a16:creationId xmlns:a16="http://schemas.microsoft.com/office/drawing/2014/main" id="{E763BD41-6A96-0141-8BDD-14595CA6C464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240191" y="1221510"/>
            <a:ext cx="3711613" cy="78523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t" anchorCtr="1"/>
          <a:lstStyle>
            <a:lvl1pPr marL="0" indent="0" algn="ctr">
              <a:buNone/>
              <a:defRPr sz="100">
                <a:solidFill>
                  <a:srgbClr val="F5F5F5"/>
                </a:solidFill>
              </a:defRPr>
            </a:lvl1pPr>
          </a:lstStyle>
          <a:p>
            <a:pPr lvl="0"/>
            <a:r>
              <a:rPr lang="sv-SE"/>
              <a:t>Klicka på ikonen för att lägga till en bild</a:t>
            </a:r>
          </a:p>
        </p:txBody>
      </p:sp>
      <p:sp>
        <p:nvSpPr>
          <p:cNvPr id="6" name="Rektangel 12">
            <a:extLst>
              <a:ext uri="{FF2B5EF4-FFF2-40B4-BE49-F238E27FC236}">
                <a16:creationId xmlns:a16="http://schemas.microsoft.com/office/drawing/2014/main" id="{4AC3D078-2812-A74E-8CF0-E7F96386EDBF}"/>
              </a:ext>
            </a:extLst>
          </p:cNvPr>
          <p:cNvSpPr/>
          <p:nvPr/>
        </p:nvSpPr>
        <p:spPr>
          <a:xfrm>
            <a:off x="4562398" y="6076434"/>
            <a:ext cx="306719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400" b="1" i="0" u="none" strike="noStrike" kern="1200" cap="none" spc="0" baseline="0">
                <a:solidFill>
                  <a:srgbClr val="323232"/>
                </a:solidFill>
                <a:uFillTx/>
                <a:latin typeface="Montserrat SemiBold" pitchFamily="2"/>
              </a:rPr>
              <a:t>LINKEDIN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400" b="1" i="0" u="none" strike="noStrike" kern="1200" cap="none" spc="0" baseline="0">
              <a:solidFill>
                <a:srgbClr val="323232"/>
              </a:solidFill>
              <a:uFillTx/>
              <a:latin typeface="Montserrat SemiBold" pitchFamily="2"/>
            </a:endParaRPr>
          </a:p>
        </p:txBody>
      </p:sp>
      <p:sp>
        <p:nvSpPr>
          <p:cNvPr id="7" name="Rektangel 14">
            <a:extLst>
              <a:ext uri="{FF2B5EF4-FFF2-40B4-BE49-F238E27FC236}">
                <a16:creationId xmlns:a16="http://schemas.microsoft.com/office/drawing/2014/main" id="{D764C245-2419-E944-97CD-56AD85D93830}"/>
              </a:ext>
            </a:extLst>
          </p:cNvPr>
          <p:cNvSpPr/>
          <p:nvPr/>
        </p:nvSpPr>
        <p:spPr>
          <a:xfrm>
            <a:off x="8377202" y="6076434"/>
            <a:ext cx="306719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400" b="1" i="0" u="none" strike="noStrike" kern="1200" cap="none" spc="0" baseline="0">
                <a:solidFill>
                  <a:srgbClr val="323232"/>
                </a:solidFill>
                <a:uFillTx/>
                <a:latin typeface="Montserrat SemiBold" pitchFamily="2"/>
              </a:rPr>
              <a:t>CONTACT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400" b="1" i="0" u="none" strike="noStrike" kern="1200" cap="none" spc="0" baseline="0">
              <a:solidFill>
                <a:srgbClr val="323232"/>
              </a:solidFill>
              <a:uFillTx/>
              <a:latin typeface="Montserrat SemiBold" pitchFamily="2"/>
            </a:endParaRPr>
          </a:p>
        </p:txBody>
      </p:sp>
      <p:sp>
        <p:nvSpPr>
          <p:cNvPr id="8" name="Platshållare för datum 1">
            <a:extLst>
              <a:ext uri="{FF2B5EF4-FFF2-40B4-BE49-F238E27FC236}">
                <a16:creationId xmlns:a16="http://schemas.microsoft.com/office/drawing/2014/main" id="{1140E198-196B-4241-B7FE-FD3733121DA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DED1A23-C20D-754E-BB59-DBF13939FD8B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67A3F3BB-9B92-E941-9948-5A50A619C53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E58BCD9-3231-514F-92C0-7CED70594901}" type="slidenum">
              <a:t>‹#›</a:t>
            </a:fld>
            <a:endParaRPr lang="sv-SE"/>
          </a:p>
        </p:txBody>
      </p:sp>
      <p:sp>
        <p:nvSpPr>
          <p:cNvPr id="10" name="textruta 7">
            <a:extLst>
              <a:ext uri="{FF2B5EF4-FFF2-40B4-BE49-F238E27FC236}">
                <a16:creationId xmlns:a16="http://schemas.microsoft.com/office/drawing/2014/main" id="{2CFA9377-99FA-CD43-A435-09601D7498B5}"/>
              </a:ext>
            </a:extLst>
          </p:cNvPr>
          <p:cNvSpPr txBox="1"/>
          <p:nvPr/>
        </p:nvSpPr>
        <p:spPr>
          <a:xfrm>
            <a:off x="747604" y="6261911"/>
            <a:ext cx="3067199" cy="403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600" b="0" i="0" u="none" strike="noStrike" kern="1200" cap="none" spc="0" baseline="0" dirty="0" err="1">
                <a:solidFill>
                  <a:srgbClr val="5E5E5E"/>
                </a:solidFill>
                <a:uFillTx/>
                <a:latin typeface="Montserrat Light" pitchFamily="2" charset="77"/>
              </a:rPr>
              <a:t>www.safespring.com</a:t>
            </a:r>
            <a:endParaRPr lang="sv-SE" sz="1600" b="0" i="0" u="none" strike="noStrike" kern="1200" cap="none" spc="0" baseline="0" dirty="0">
              <a:solidFill>
                <a:srgbClr val="5E5E5E"/>
              </a:solidFill>
              <a:uFillTx/>
              <a:latin typeface="Montserrat Light" pitchFamily="2" charset="77"/>
            </a:endParaRPr>
          </a:p>
        </p:txBody>
      </p:sp>
      <p:sp>
        <p:nvSpPr>
          <p:cNvPr id="11" name="textruta 13">
            <a:extLst>
              <a:ext uri="{FF2B5EF4-FFF2-40B4-BE49-F238E27FC236}">
                <a16:creationId xmlns:a16="http://schemas.microsoft.com/office/drawing/2014/main" id="{124AFCB0-5170-B24D-9D2B-6A7D577E5325}"/>
              </a:ext>
            </a:extLst>
          </p:cNvPr>
          <p:cNvSpPr txBox="1"/>
          <p:nvPr/>
        </p:nvSpPr>
        <p:spPr>
          <a:xfrm>
            <a:off x="4562398" y="6261911"/>
            <a:ext cx="3067199" cy="403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600" b="0" i="0" u="none" strike="noStrike" kern="1200" cap="none" spc="0" baseline="0">
                <a:solidFill>
                  <a:srgbClr val="5E5E5E"/>
                </a:solidFill>
                <a:uFillTx/>
                <a:latin typeface="Montserrat Light" pitchFamily="2" charset="77"/>
              </a:rPr>
              <a:t>@Safespring</a:t>
            </a:r>
          </a:p>
        </p:txBody>
      </p:sp>
      <p:sp>
        <p:nvSpPr>
          <p:cNvPr id="12" name="textruta 15">
            <a:extLst>
              <a:ext uri="{FF2B5EF4-FFF2-40B4-BE49-F238E27FC236}">
                <a16:creationId xmlns:a16="http://schemas.microsoft.com/office/drawing/2014/main" id="{A679AC7C-A47E-A34C-917B-3AEA22CC62D7}"/>
              </a:ext>
            </a:extLst>
          </p:cNvPr>
          <p:cNvSpPr txBox="1"/>
          <p:nvPr/>
        </p:nvSpPr>
        <p:spPr>
          <a:xfrm>
            <a:off x="8377202" y="6261911"/>
            <a:ext cx="3067199" cy="403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600" b="0" i="0" u="none" strike="noStrike" kern="1200" cap="none" spc="0" baseline="0" dirty="0" err="1">
                <a:solidFill>
                  <a:srgbClr val="5E5E5E"/>
                </a:solidFill>
                <a:uFillTx/>
                <a:latin typeface="Montserrat Light" pitchFamily="2" charset="77"/>
              </a:rPr>
              <a:t>hello@safespring.com</a:t>
            </a:r>
            <a:endParaRPr lang="sv-SE" sz="1600" b="0" i="0" u="none" strike="noStrike" kern="1200" cap="none" spc="0" baseline="0" dirty="0">
              <a:solidFill>
                <a:srgbClr val="5E5E5E"/>
              </a:solidFill>
              <a:uFillTx/>
              <a:latin typeface="Montserrat Light" pitchFamily="2" charset="77"/>
            </a:endParaRPr>
          </a:p>
        </p:txBody>
      </p:sp>
      <p:sp>
        <p:nvSpPr>
          <p:cNvPr id="16" name="Platshållare för text 6">
            <a:extLst>
              <a:ext uri="{FF2B5EF4-FFF2-40B4-BE49-F238E27FC236}">
                <a16:creationId xmlns:a16="http://schemas.microsoft.com/office/drawing/2014/main" id="{01AD0861-FD99-CA4D-93AB-E488A04E7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3885" y="0"/>
            <a:ext cx="761448" cy="119408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09079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with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49896-D9ED-124D-BAE9-4999417519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09E24A98-D271-914F-B7A8-0791909928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D7FE96-6CDC-374B-BD9A-94188484C7C0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354F0DDC-1BE0-994D-BD04-2DE285E57AD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66EECA7-A05B-4449-966E-8C65019AF0B8}" type="slidenum">
              <a:t>‹#›</a:t>
            </a:fld>
            <a:endParaRPr lang="sv-SE"/>
          </a:p>
        </p:txBody>
      </p:sp>
      <p:pic>
        <p:nvPicPr>
          <p:cNvPr id="6" name="Bild 12">
            <a:extLst>
              <a:ext uri="{FF2B5EF4-FFF2-40B4-BE49-F238E27FC236}">
                <a16:creationId xmlns:a16="http://schemas.microsoft.com/office/drawing/2014/main" id="{27FF6187-D914-7440-9A07-B584DB47C2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4553526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3">
            <a:extLst>
              <a:ext uri="{FF2B5EF4-FFF2-40B4-BE49-F238E27FC236}">
                <a16:creationId xmlns:a16="http://schemas.microsoft.com/office/drawing/2014/main" id="{5A7766E8-5995-2C40-BBC4-99EFB260911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B15922-F29A-934E-8450-9EFD6E090BB0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3" name="Platshållare för bildnummer 4">
            <a:extLst>
              <a:ext uri="{FF2B5EF4-FFF2-40B4-BE49-F238E27FC236}">
                <a16:creationId xmlns:a16="http://schemas.microsoft.com/office/drawing/2014/main" id="{F08AC631-F969-F04B-831E-45F42A0D238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F7F2A8-12C9-7341-BFDC-F5CEBC29A676}" type="slidenum">
              <a:t>‹#›</a:t>
            </a:fld>
            <a:endParaRPr lang="sv-SE"/>
          </a:p>
        </p:txBody>
      </p:sp>
      <p:pic>
        <p:nvPicPr>
          <p:cNvPr id="5" name="Bild 12">
            <a:extLst>
              <a:ext uri="{FF2B5EF4-FFF2-40B4-BE49-F238E27FC236}">
                <a16:creationId xmlns:a16="http://schemas.microsoft.com/office/drawing/2014/main" id="{B274A503-C295-3047-A22B-FBB3B28C91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991581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063030A-A6FD-3E4F-B805-BF0230F1183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430000" y="6094796"/>
            <a:ext cx="381597" cy="38159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vert="horz" wrap="none" lIns="0" tIns="0" rIns="0" bIns="0" anchor="ctr" anchorCtr="1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sv-SE" sz="750" b="0" i="0" u="none" strike="noStrike" kern="1200" cap="none" spc="0" baseline="0">
                <a:solidFill>
                  <a:srgbClr val="8F8F8F"/>
                </a:solidFill>
                <a:uFillTx/>
                <a:latin typeface="Century Gothic"/>
              </a:defRPr>
            </a:lvl1pPr>
          </a:lstStyle>
          <a:p>
            <a:pPr lvl="0"/>
            <a:fld id="{5A10FB7E-8A96-F349-8C54-0D308365FF0D}" type="slidenum">
              <a:t>‹#›</a:t>
            </a:fld>
            <a:endParaRPr lang="sv-SE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58108DBB-1605-AF4A-8C26-13C941A57F2F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381597" y="6094796"/>
            <a:ext cx="763203" cy="38159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vert="horz" wrap="none" lIns="0" tIns="0" rIns="0" bIns="0" anchor="ctr" anchorCtr="1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sv-SE" sz="750" b="0" i="0" u="none" strike="noStrike" kern="1200" cap="none" spc="0" baseline="0">
                <a:solidFill>
                  <a:srgbClr val="8F8F8F"/>
                </a:solidFill>
                <a:uFillTx/>
                <a:latin typeface="Century Gothic"/>
              </a:defRPr>
            </a:lvl1pPr>
          </a:lstStyle>
          <a:p>
            <a:pPr lvl="0"/>
            <a:fld id="{4750E28E-263D-AE40-B8DD-5E35CD5F5D76}" type="datetime1">
              <a:rPr lang="sv-SE"/>
              <a:pPr lvl="0"/>
              <a:t>2026-05-25</a:t>
            </a:fld>
            <a:endParaRPr lang="sv-SE"/>
          </a:p>
        </p:txBody>
      </p:sp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AE0FDCC8-E11A-FF3E-E554-E671A93D5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E9DD815-5682-31AA-8980-E7DD20FFE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87" r:id="rId3"/>
    <p:sldLayoutId id="2147483693" r:id="rId4"/>
    <p:sldLayoutId id="2147483688" r:id="rId5"/>
    <p:sldLayoutId id="2147483689" r:id="rId6"/>
    <p:sldLayoutId id="2147483652" r:id="rId7"/>
    <p:sldLayoutId id="2147483653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4" r:id="rId24"/>
    <p:sldLayoutId id="2147483675" r:id="rId25"/>
    <p:sldLayoutId id="2147483677" r:id="rId26"/>
    <p:sldLayoutId id="2147483683" r:id="rId27"/>
    <p:sldLayoutId id="2147483684" r:id="rId28"/>
    <p:sldLayoutId id="2147483686" r:id="rId29"/>
    <p:sldLayoutId id="2147483670" r:id="rId30"/>
    <p:sldLayoutId id="2147483672" r:id="rId31"/>
  </p:sldLayoutIdLst>
  <p:txStyles>
    <p:titleStyle>
      <a:lvl1pPr marL="0" marR="0" lvl="0" indent="0" algn="l" defTabSz="914171" rtl="0" eaLnBrk="1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sv-SE" sz="2999" b="0" i="0" u="none" strike="noStrike" kern="1200" cap="none" spc="0" baseline="0">
          <a:solidFill>
            <a:srgbClr val="3C9BCD"/>
          </a:solidFill>
          <a:uFillTx/>
          <a:latin typeface="Hind Light" pitchFamily="2"/>
          <a:cs typeface="Hind Light" pitchFamily="2"/>
        </a:defRPr>
      </a:lvl1pPr>
    </p:titleStyle>
    <p:bodyStyle>
      <a:lvl1pPr marL="228600" marR="0" lvl="0" indent="-228600" algn="l" defTabSz="914171" rtl="0" eaLnBrk="1" fontAlgn="auto" hangingPunct="1">
        <a:lnSpc>
          <a:spcPct val="100000"/>
        </a:lnSpc>
        <a:spcBef>
          <a:spcPts val="0"/>
        </a:spcBef>
        <a:spcAft>
          <a:spcPts val="0"/>
        </a:spcAft>
        <a:buClr>
          <a:srgbClr val="5B9BD5"/>
        </a:buClr>
        <a:buSzPct val="100000"/>
        <a:buFont typeface="Systemtypsnitt"/>
        <a:buChar char="●"/>
        <a:tabLst/>
        <a:defRPr lang="en-US" sz="1600" b="0" i="0" u="none" strike="noStrike" kern="1200" cap="none" spc="0" baseline="0">
          <a:solidFill>
            <a:schemeClr val="tx1">
              <a:lumMod val="75000"/>
              <a:lumOff val="25000"/>
            </a:schemeClr>
          </a:solidFill>
          <a:uFillTx/>
          <a:latin typeface="Montserrat" pitchFamily="2" charset="77"/>
        </a:defRPr>
      </a:lvl1pPr>
      <a:lvl2pPr marL="490539" marR="0" lvl="1" indent="-231772" algn="l" defTabSz="914171" rtl="0" eaLnBrk="1" fontAlgn="auto" hangingPunct="1">
        <a:lnSpc>
          <a:spcPct val="100000"/>
        </a:lnSpc>
        <a:spcBef>
          <a:spcPts val="500"/>
        </a:spcBef>
        <a:spcAft>
          <a:spcPts val="0"/>
        </a:spcAft>
        <a:buClr>
          <a:srgbClr val="FD7E0D"/>
        </a:buClr>
        <a:buSzPct val="100000"/>
        <a:buFont typeface="Systemtypsnitt"/>
        <a:buChar char="–"/>
        <a:tabLst/>
        <a:defRPr lang="en-US" sz="1400" b="0" i="0" u="none" strike="noStrike" kern="1200" cap="none" spc="0" baseline="0">
          <a:solidFill>
            <a:schemeClr val="tx1">
              <a:lumMod val="75000"/>
              <a:lumOff val="25000"/>
            </a:schemeClr>
          </a:solidFill>
          <a:uFillTx/>
          <a:latin typeface="Montserrat" pitchFamily="2" charset="77"/>
        </a:defRPr>
      </a:lvl2pPr>
      <a:lvl3pPr marL="714375" marR="0" lvl="2" indent="-219071" algn="l" defTabSz="914171" rtl="0" eaLnBrk="1" fontAlgn="auto" hangingPunct="1">
        <a:lnSpc>
          <a:spcPct val="100000"/>
        </a:lnSpc>
        <a:spcBef>
          <a:spcPts val="500"/>
        </a:spcBef>
        <a:spcAft>
          <a:spcPts val="0"/>
        </a:spcAft>
        <a:buClr>
          <a:srgbClr val="35D140"/>
        </a:buClr>
        <a:buSzPct val="100000"/>
        <a:buFont typeface="Systemtypsnitt"/>
        <a:buChar char="+"/>
        <a:tabLst/>
        <a:defRPr lang="sv-SE" sz="1200" b="0" i="0" u="none" strike="noStrike" kern="1200" cap="none" spc="0" baseline="0" dirty="0">
          <a:solidFill>
            <a:schemeClr val="tx1">
              <a:lumMod val="75000"/>
              <a:lumOff val="25000"/>
            </a:schemeClr>
          </a:solidFill>
          <a:uFillTx/>
          <a:latin typeface="Montserrat" pitchFamily="2" charset="77"/>
        </a:defRPr>
      </a:lvl3pPr>
      <a:lvl4pPr marL="982663" indent="-223838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tabLst/>
        <a:defRPr sz="1200" b="0" i="0" kern="1200">
          <a:solidFill>
            <a:schemeClr val="tx1">
              <a:lumMod val="75000"/>
              <a:lumOff val="25000"/>
            </a:schemeClr>
          </a:solidFill>
          <a:latin typeface="Montserrat" pitchFamily="2" charset="77"/>
          <a:ea typeface="+mn-ea"/>
          <a:cs typeface="+mn-cs"/>
        </a:defRPr>
      </a:lvl4pPr>
      <a:lvl5pPr marL="1293813" indent="-27305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tabLst/>
        <a:defRPr sz="1200" b="0" i="0" kern="1200">
          <a:solidFill>
            <a:schemeClr val="tx1">
              <a:lumMod val="75000"/>
              <a:lumOff val="25000"/>
            </a:schemeClr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5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4" pos="513" userDrawn="1">
          <p15:clr>
            <a:srgbClr val="A4A3A4"/>
          </p15:clr>
        </p15:guide>
        <p15:guide id="5" pos="765" userDrawn="1">
          <p15:clr>
            <a:srgbClr val="A4A3A4"/>
          </p15:clr>
        </p15:guide>
        <p15:guide id="6" pos="1026" userDrawn="1">
          <p15:clr>
            <a:srgbClr val="A4A3A4"/>
          </p15:clr>
        </p15:guide>
        <p15:guide id="7" pos="1278" userDrawn="1">
          <p15:clr>
            <a:srgbClr val="A4A3A4"/>
          </p15:clr>
        </p15:guide>
        <p15:guide id="8" pos="1531" userDrawn="1">
          <p15:clr>
            <a:srgbClr val="A4A3A4"/>
          </p15:clr>
        </p15:guide>
        <p15:guide id="9" pos="1791" userDrawn="1">
          <p15:clr>
            <a:srgbClr val="A4A3A4"/>
          </p15:clr>
        </p15:guide>
        <p15:guide id="10" pos="2044" userDrawn="1">
          <p15:clr>
            <a:srgbClr val="A4A3A4"/>
          </p15:clr>
        </p15:guide>
        <p15:guide id="11" pos="2304" userDrawn="1">
          <p15:clr>
            <a:srgbClr val="A4A3A4"/>
          </p15:clr>
        </p15:guide>
        <p15:guide id="12" pos="2556" userDrawn="1">
          <p15:clr>
            <a:srgbClr val="A4A3A4"/>
          </p15:clr>
        </p15:guide>
        <p15:guide id="13" pos="2817" userDrawn="1">
          <p15:clr>
            <a:srgbClr val="A4A3A4"/>
          </p15:clr>
        </p15:guide>
        <p15:guide id="14" pos="3069" userDrawn="1">
          <p15:clr>
            <a:srgbClr val="A4A3A4"/>
          </p15:clr>
        </p15:guide>
        <p15:guide id="15" pos="3330" userDrawn="1">
          <p15:clr>
            <a:srgbClr val="A4A3A4"/>
          </p15:clr>
        </p15:guide>
        <p15:guide id="16" pos="3582" userDrawn="1">
          <p15:clr>
            <a:srgbClr val="A4A3A4"/>
          </p15:clr>
        </p15:guide>
        <p15:guide id="17" pos="4095" userDrawn="1">
          <p15:clr>
            <a:srgbClr val="A4A3A4"/>
          </p15:clr>
        </p15:guide>
        <p15:guide id="18" pos="4348" userDrawn="1">
          <p15:clr>
            <a:srgbClr val="A4A3A4"/>
          </p15:clr>
        </p15:guide>
        <p15:guide id="19" pos="4608" userDrawn="1">
          <p15:clr>
            <a:srgbClr val="A4A3A4"/>
          </p15:clr>
        </p15:guide>
        <p15:guide id="20" pos="4860" userDrawn="1">
          <p15:clr>
            <a:srgbClr val="A4A3A4"/>
          </p15:clr>
        </p15:guide>
        <p15:guide id="21" pos="5121" userDrawn="1">
          <p15:clr>
            <a:srgbClr val="A4A3A4"/>
          </p15:clr>
        </p15:guide>
        <p15:guide id="22" pos="5373" userDrawn="1">
          <p15:clr>
            <a:srgbClr val="A4A3A4"/>
          </p15:clr>
        </p15:guide>
        <p15:guide id="23" pos="5634" userDrawn="1">
          <p15:clr>
            <a:srgbClr val="A4A3A4"/>
          </p15:clr>
        </p15:guide>
        <p15:guide id="24" pos="5886" userDrawn="1">
          <p15:clr>
            <a:srgbClr val="A4A3A4"/>
          </p15:clr>
        </p15:guide>
        <p15:guide id="25" pos="6139" userDrawn="1">
          <p15:clr>
            <a:srgbClr val="A4A3A4"/>
          </p15:clr>
        </p15:guide>
        <p15:guide id="26" pos="6399" userDrawn="1">
          <p15:clr>
            <a:srgbClr val="A4A3A4"/>
          </p15:clr>
        </p15:guide>
        <p15:guide id="27" pos="6652" userDrawn="1">
          <p15:clr>
            <a:srgbClr val="A4A3A4"/>
          </p15:clr>
        </p15:guide>
        <p15:guide id="28" pos="6912" userDrawn="1">
          <p15:clr>
            <a:srgbClr val="A4A3A4"/>
          </p15:clr>
        </p15:guide>
        <p15:guide id="29" pos="7164" userDrawn="1">
          <p15:clr>
            <a:srgbClr val="A4A3A4"/>
          </p15:clr>
        </p15:guide>
        <p15:guide id="30" pos="7425" userDrawn="1">
          <p15:clr>
            <a:srgbClr val="000000"/>
          </p15:clr>
        </p15:guide>
        <p15:guide id="31" pos="234" userDrawn="1">
          <p15:clr>
            <a:srgbClr val="000000"/>
          </p15:clr>
        </p15:guide>
        <p15:guide id="32" orient="horz" pos="250" userDrawn="1">
          <p15:clr>
            <a:srgbClr val="000000"/>
          </p15:clr>
        </p15:guide>
        <p15:guide id="33" orient="horz" pos="506" userDrawn="1">
          <p15:clr>
            <a:srgbClr val="A4A3A4"/>
          </p15:clr>
        </p15:guide>
        <p15:guide id="34" orient="horz" pos="762" userDrawn="1">
          <p15:clr>
            <a:srgbClr val="A4A3A4"/>
          </p15:clr>
        </p15:guide>
        <p15:guide id="35" orient="horz" pos="1003" userDrawn="1">
          <p15:clr>
            <a:srgbClr val="A4A3A4"/>
          </p15:clr>
        </p15:guide>
        <p15:guide id="36" orient="horz" pos="1267" userDrawn="1">
          <p15:clr>
            <a:srgbClr val="A4A3A4"/>
          </p15:clr>
        </p15:guide>
        <p15:guide id="37" orient="horz" pos="1523" userDrawn="1">
          <p15:clr>
            <a:srgbClr val="A4A3A4"/>
          </p15:clr>
        </p15:guide>
        <p15:guide id="38" orient="horz" pos="1779" userDrawn="1">
          <p15:clr>
            <a:srgbClr val="A4A3A4"/>
          </p15:clr>
        </p15:guide>
        <p15:guide id="39" orient="horz" pos="2029" userDrawn="1">
          <p15:clr>
            <a:srgbClr val="A4A3A4"/>
          </p15:clr>
        </p15:guide>
        <p15:guide id="40" orient="horz" pos="2285" userDrawn="1">
          <p15:clr>
            <a:srgbClr val="A4A3A4"/>
          </p15:clr>
        </p15:guide>
        <p15:guide id="41" orient="horz" pos="2541" userDrawn="1">
          <p15:clr>
            <a:srgbClr val="A4A3A4"/>
          </p15:clr>
        </p15:guide>
        <p15:guide id="42" orient="horz" pos="2797" userDrawn="1">
          <p15:clr>
            <a:srgbClr val="A4A3A4"/>
          </p15:clr>
        </p15:guide>
        <p15:guide id="43" orient="horz" pos="3046" userDrawn="1">
          <p15:clr>
            <a:srgbClr val="A4A3A4"/>
          </p15:clr>
        </p15:guide>
        <p15:guide id="44" orient="horz" pos="3302" userDrawn="1">
          <p15:clr>
            <a:srgbClr val="A4A3A4"/>
          </p15:clr>
        </p15:guide>
        <p15:guide id="45" orient="horz" pos="3558" userDrawn="1">
          <p15:clr>
            <a:srgbClr val="A4A3A4"/>
          </p15:clr>
        </p15:guide>
        <p15:guide id="46" orient="horz" pos="3808" userDrawn="1">
          <p15:clr>
            <a:srgbClr val="A4A3A4"/>
          </p15:clr>
        </p15:guide>
        <p15:guide id="47" orient="horz" pos="4064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58C32235-64E2-ED3A-FEB9-0DDE382BDE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 err="1"/>
              <a:t>marcus.Boberg@Safespring.com</a:t>
            </a:r>
            <a:endParaRPr lang="en-GB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88D9B6C-C539-4AE4-F340-4736812822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Marcus Boberg</a:t>
            </a:r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F7D48F3D-3352-2318-67FD-3FCD1884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PowerPoint graphics &amp; components</a:t>
            </a:r>
          </a:p>
        </p:txBody>
      </p:sp>
    </p:spTree>
    <p:extLst>
      <p:ext uri="{BB962C8B-B14F-4D97-AF65-F5344CB8AC3E}">
        <p14:creationId xmlns:p14="http://schemas.microsoft.com/office/powerpoint/2010/main" val="865596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latshållare för bild 9">
            <a:extLst>
              <a:ext uri="{FF2B5EF4-FFF2-40B4-BE49-F238E27FC236}">
                <a16:creationId xmlns:a16="http://schemas.microsoft.com/office/drawing/2014/main" id="{5E6F8112-D219-3779-0C2C-E99A77A3DF3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24" b="124"/>
          <a:stretch>
            <a:fillRect/>
          </a:stretch>
        </p:blipFill>
        <p:spPr>
          <a:prstGeom prst="roundRect">
            <a:avLst>
              <a:gd name="adj" fmla="val 1888"/>
            </a:avLst>
          </a:prstGeom>
          <a:gradFill>
            <a:gsLst>
              <a:gs pos="0">
                <a:srgbClr val="E8EFF3"/>
              </a:gs>
              <a:gs pos="100000">
                <a:srgbClr val="E8EFF3">
                  <a:alpha val="0"/>
                </a:srgbClr>
              </a:gs>
            </a:gsLst>
            <a:path path="circle">
              <a:fillToRect l="100000" t="100000"/>
            </a:path>
          </a:gradFill>
        </p:spPr>
      </p:pic>
      <p:sp>
        <p:nvSpPr>
          <p:cNvPr id="3" name="Rubrik 2">
            <a:extLst>
              <a:ext uri="{FF2B5EF4-FFF2-40B4-BE49-F238E27FC236}">
                <a16:creationId xmlns:a16="http://schemas.microsoft.com/office/drawing/2014/main" id="{DEEDC159-BB3F-F241-FB69-ECD12D9B0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225CB7B1-FFAF-CC3A-93F2-DD7EDBAD53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B517CAA5-743E-9DBA-BA61-EF7CEA23A3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Agenda item one</a:t>
            </a:r>
          </a:p>
          <a:p>
            <a:endParaRPr lang="en-GB" dirty="0"/>
          </a:p>
          <a:p>
            <a:r>
              <a:rPr lang="en-GB" dirty="0" err="1"/>
              <a:t>Agendaitem</a:t>
            </a:r>
            <a:r>
              <a:rPr lang="en-GB" dirty="0"/>
              <a:t> two</a:t>
            </a:r>
          </a:p>
          <a:p>
            <a:pPr lvl="1"/>
            <a:r>
              <a:rPr lang="en-GB" dirty="0"/>
              <a:t>Sub-item one</a:t>
            </a:r>
          </a:p>
          <a:p>
            <a:pPr lvl="1"/>
            <a:r>
              <a:rPr lang="en-GB" dirty="0"/>
              <a:t>Subitem two</a:t>
            </a:r>
          </a:p>
          <a:p>
            <a:endParaRPr lang="en-GB" dirty="0"/>
          </a:p>
          <a:p>
            <a:r>
              <a:rPr lang="en-GB" dirty="0"/>
              <a:t>Agenda item three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9277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7596B11D-F6E3-48AF-99F7-D2247E94E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Horizontal icon </a:t>
            </a:r>
            <a:br>
              <a:rPr lang="en-GB" dirty="0"/>
            </a:br>
            <a:r>
              <a:rPr lang="en-GB" dirty="0"/>
              <a:t>and text box</a:t>
            </a:r>
          </a:p>
        </p:txBody>
      </p:sp>
      <p:sp>
        <p:nvSpPr>
          <p:cNvPr id="17" name="Platshållare för text 16">
            <a:extLst>
              <a:ext uri="{FF2B5EF4-FFF2-40B4-BE49-F238E27FC236}">
                <a16:creationId xmlns:a16="http://schemas.microsoft.com/office/drawing/2014/main" id="{FE805447-7BB4-A7D9-04AA-C92FEB9D91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ktangel med rundade hörn på samma sida 21">
            <a:extLst>
              <a:ext uri="{FF2B5EF4-FFF2-40B4-BE49-F238E27FC236}">
                <a16:creationId xmlns:a16="http://schemas.microsoft.com/office/drawing/2014/main" id="{B3B2A979-A871-8269-5015-AB9E83DF1821}"/>
              </a:ext>
            </a:extLst>
          </p:cNvPr>
          <p:cNvSpPr/>
          <p:nvPr/>
        </p:nvSpPr>
        <p:spPr bwMode="auto">
          <a:xfrm rot="16199998">
            <a:off x="2503151" y="220943"/>
            <a:ext cx="926824" cy="3923348"/>
          </a:xfrm>
          <a:prstGeom prst="round2SameRect">
            <a:avLst>
              <a:gd name="adj1" fmla="val 16667"/>
              <a:gd name="adj2" fmla="val 14167"/>
            </a:avLst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prstClr val="black">
                <a:alpha val="17878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1080000" rIns="108000" bIns="144000" rtlCol="0" anchor="ctr"/>
          <a:lstStyle/>
          <a:p>
            <a:pPr>
              <a:defRPr/>
            </a:pPr>
            <a:r>
              <a:rPr lang="sv-SE" sz="1000" b="1" dirty="0" err="1">
                <a:solidFill>
                  <a:schemeClr val="accent1"/>
                </a:solidFill>
                <a:latin typeface="Montserrat SemiBold"/>
              </a:rPr>
              <a:t>Heading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Text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that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follows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,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this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can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be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two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rows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long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but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not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longer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than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three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.</a:t>
            </a:r>
            <a:endParaRPr dirty="0"/>
          </a:p>
        </p:txBody>
      </p:sp>
      <p:sp>
        <p:nvSpPr>
          <p:cNvPr id="6" name="Rektangel med rundade hörn på samma sida 19">
            <a:extLst>
              <a:ext uri="{FF2B5EF4-FFF2-40B4-BE49-F238E27FC236}">
                <a16:creationId xmlns:a16="http://schemas.microsoft.com/office/drawing/2014/main" id="{0B23EDF5-AF4C-E069-98B3-881D50125886}"/>
              </a:ext>
            </a:extLst>
          </p:cNvPr>
          <p:cNvSpPr/>
          <p:nvPr/>
        </p:nvSpPr>
        <p:spPr bwMode="auto">
          <a:xfrm rot="16199998">
            <a:off x="975416" y="1748678"/>
            <a:ext cx="926824" cy="867878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7" name="Rektangel med rundade hörn på samma sida 24">
            <a:extLst>
              <a:ext uri="{FF2B5EF4-FFF2-40B4-BE49-F238E27FC236}">
                <a16:creationId xmlns:a16="http://schemas.microsoft.com/office/drawing/2014/main" id="{8F7237B6-9ADF-E3CA-A55A-278D4A1D5A5E}"/>
              </a:ext>
            </a:extLst>
          </p:cNvPr>
          <p:cNvSpPr/>
          <p:nvPr/>
        </p:nvSpPr>
        <p:spPr bwMode="auto">
          <a:xfrm rot="16199998">
            <a:off x="2503150" y="1259441"/>
            <a:ext cx="926824" cy="3923348"/>
          </a:xfrm>
          <a:prstGeom prst="round2SameRect">
            <a:avLst>
              <a:gd name="adj1" fmla="val 16667"/>
              <a:gd name="adj2" fmla="val 14167"/>
            </a:avLst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prstClr val="black">
                <a:alpha val="17878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1080000" rIns="108000" bIns="144000" rtlCol="0" anchor="ctr"/>
          <a:lstStyle/>
          <a:p>
            <a:pPr>
              <a:defRPr/>
            </a:pPr>
            <a:r>
              <a:rPr lang="sv-SE" sz="1000" b="1" dirty="0" err="1">
                <a:solidFill>
                  <a:srgbClr val="FF0000"/>
                </a:solidFill>
                <a:latin typeface="Montserrat SemiBold"/>
              </a:rPr>
              <a:t>Heading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Text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that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follows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,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this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can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be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two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rows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long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but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not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longer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than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three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.</a:t>
            </a:r>
            <a:endParaRPr lang="sv-SE" sz="1000" dirty="0"/>
          </a:p>
        </p:txBody>
      </p:sp>
      <p:sp>
        <p:nvSpPr>
          <p:cNvPr id="8" name="Rektangel med rundade hörn på samma sida 25">
            <a:extLst>
              <a:ext uri="{FF2B5EF4-FFF2-40B4-BE49-F238E27FC236}">
                <a16:creationId xmlns:a16="http://schemas.microsoft.com/office/drawing/2014/main" id="{25FE3F68-0AAF-26FB-5F8B-8A188E68B3EA}"/>
              </a:ext>
            </a:extLst>
          </p:cNvPr>
          <p:cNvSpPr/>
          <p:nvPr/>
        </p:nvSpPr>
        <p:spPr bwMode="auto">
          <a:xfrm rot="16199998">
            <a:off x="975415" y="2787175"/>
            <a:ext cx="926824" cy="867878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9" name="Rektangel med rundade hörn på samma sida 27">
            <a:extLst>
              <a:ext uri="{FF2B5EF4-FFF2-40B4-BE49-F238E27FC236}">
                <a16:creationId xmlns:a16="http://schemas.microsoft.com/office/drawing/2014/main" id="{F224D756-7F67-EC5E-5FC4-AB08AF4C0DD1}"/>
              </a:ext>
            </a:extLst>
          </p:cNvPr>
          <p:cNvSpPr/>
          <p:nvPr/>
        </p:nvSpPr>
        <p:spPr bwMode="auto">
          <a:xfrm rot="16199998">
            <a:off x="2503150" y="2297938"/>
            <a:ext cx="926824" cy="3923348"/>
          </a:xfrm>
          <a:prstGeom prst="round2SameRect">
            <a:avLst>
              <a:gd name="adj1" fmla="val 16667"/>
              <a:gd name="adj2" fmla="val 14167"/>
            </a:avLst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prstClr val="black">
                <a:alpha val="17878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1080000" rIns="108000" bIns="144000" rtlCol="0" anchor="ctr"/>
          <a:lstStyle/>
          <a:p>
            <a:pPr>
              <a:defRPr/>
            </a:pPr>
            <a:r>
              <a:rPr lang="sv-SE" sz="1000" b="1" dirty="0" err="1">
                <a:solidFill>
                  <a:schemeClr val="accent4"/>
                </a:solidFill>
                <a:latin typeface="Montserrat SemiBold"/>
              </a:rPr>
              <a:t>Heading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Text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that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follows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,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this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can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be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two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rows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long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but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not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longer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than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three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.</a:t>
            </a:r>
            <a:endParaRPr lang="sv-SE" sz="1000" dirty="0"/>
          </a:p>
        </p:txBody>
      </p:sp>
      <p:sp>
        <p:nvSpPr>
          <p:cNvPr id="10" name="Rektangel med rundade hörn på samma sida 29">
            <a:extLst>
              <a:ext uri="{FF2B5EF4-FFF2-40B4-BE49-F238E27FC236}">
                <a16:creationId xmlns:a16="http://schemas.microsoft.com/office/drawing/2014/main" id="{DA56F4D8-D93B-62C5-59B4-033741ACEC90}"/>
              </a:ext>
            </a:extLst>
          </p:cNvPr>
          <p:cNvSpPr/>
          <p:nvPr/>
        </p:nvSpPr>
        <p:spPr bwMode="auto">
          <a:xfrm rot="16199998">
            <a:off x="975415" y="3825673"/>
            <a:ext cx="926824" cy="867878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1" name="Rektangel med rundade hörn på samma sida 4">
            <a:extLst>
              <a:ext uri="{FF2B5EF4-FFF2-40B4-BE49-F238E27FC236}">
                <a16:creationId xmlns:a16="http://schemas.microsoft.com/office/drawing/2014/main" id="{1247F0DE-F767-E0D0-B386-EAB3A0654C17}"/>
              </a:ext>
            </a:extLst>
          </p:cNvPr>
          <p:cNvSpPr/>
          <p:nvPr/>
        </p:nvSpPr>
        <p:spPr bwMode="auto">
          <a:xfrm rot="16199998">
            <a:off x="2503150" y="3336434"/>
            <a:ext cx="926824" cy="3923348"/>
          </a:xfrm>
          <a:prstGeom prst="round2SameRect">
            <a:avLst>
              <a:gd name="adj1" fmla="val 16667"/>
              <a:gd name="adj2" fmla="val 14167"/>
            </a:avLst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prstClr val="black">
                <a:alpha val="17878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1080000" rIns="108000" bIns="144000" rtlCol="0" anchor="ctr"/>
          <a:lstStyle/>
          <a:p>
            <a:pPr>
              <a:defRPr/>
            </a:pPr>
            <a:r>
              <a:rPr lang="sv-SE" sz="1000" b="1" dirty="0" err="1">
                <a:solidFill>
                  <a:schemeClr val="accent3"/>
                </a:solidFill>
                <a:latin typeface="Montserrat SemiBold"/>
              </a:rPr>
              <a:t>Heading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Text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that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follows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,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this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can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be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two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rows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long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but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not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longer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than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 </a:t>
            </a:r>
            <a:r>
              <a:rPr lang="sv-SE" sz="1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three</a:t>
            </a:r>
            <a:r>
              <a:rPr lang="sv-SE" sz="1000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/>
              </a:rPr>
              <a:t>.</a:t>
            </a:r>
            <a:endParaRPr lang="sv-SE" sz="1000" dirty="0"/>
          </a:p>
        </p:txBody>
      </p:sp>
      <p:sp>
        <p:nvSpPr>
          <p:cNvPr id="12" name="Rektangel med rundade hörn på samma sida 5">
            <a:extLst>
              <a:ext uri="{FF2B5EF4-FFF2-40B4-BE49-F238E27FC236}">
                <a16:creationId xmlns:a16="http://schemas.microsoft.com/office/drawing/2014/main" id="{5100815E-8339-E106-6706-ADDF8710697F}"/>
              </a:ext>
            </a:extLst>
          </p:cNvPr>
          <p:cNvSpPr/>
          <p:nvPr/>
        </p:nvSpPr>
        <p:spPr bwMode="auto">
          <a:xfrm rot="16199998">
            <a:off x="975415" y="4864169"/>
            <a:ext cx="926824" cy="867878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sv-SE"/>
          </a:p>
        </p:txBody>
      </p:sp>
      <p:pic>
        <p:nvPicPr>
          <p:cNvPr id="13" name="Bild 38">
            <a:extLst>
              <a:ext uri="{FF2B5EF4-FFF2-40B4-BE49-F238E27FC236}">
                <a16:creationId xmlns:a16="http://schemas.microsoft.com/office/drawing/2014/main" id="{6F6C47D1-50D0-DB29-0D87-EFE159664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51183" y="4043611"/>
            <a:ext cx="575290" cy="439200"/>
          </a:xfrm>
          <a:prstGeom prst="rect">
            <a:avLst/>
          </a:prstGeom>
        </p:spPr>
      </p:pic>
      <p:pic>
        <p:nvPicPr>
          <p:cNvPr id="14" name="Bild 40">
            <a:extLst>
              <a:ext uri="{FF2B5EF4-FFF2-40B4-BE49-F238E27FC236}">
                <a16:creationId xmlns:a16="http://schemas.microsoft.com/office/drawing/2014/main" id="{F4CD5714-9F9D-873E-CE56-7509C1A02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1183" y="1959416"/>
            <a:ext cx="575290" cy="439200"/>
          </a:xfrm>
          <a:prstGeom prst="rect">
            <a:avLst/>
          </a:prstGeom>
        </p:spPr>
      </p:pic>
      <p:pic>
        <p:nvPicPr>
          <p:cNvPr id="15" name="Bild 48">
            <a:extLst>
              <a:ext uri="{FF2B5EF4-FFF2-40B4-BE49-F238E27FC236}">
                <a16:creationId xmlns:a16="http://schemas.microsoft.com/office/drawing/2014/main" id="{C8B03C31-5E69-BB86-2F63-536014CE9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50827" y="2997372"/>
            <a:ext cx="576000" cy="439742"/>
          </a:xfrm>
          <a:prstGeom prst="rect">
            <a:avLst/>
          </a:prstGeom>
        </p:spPr>
      </p:pic>
      <p:pic>
        <p:nvPicPr>
          <p:cNvPr id="16" name="Bild 52">
            <a:extLst>
              <a:ext uri="{FF2B5EF4-FFF2-40B4-BE49-F238E27FC236}">
                <a16:creationId xmlns:a16="http://schemas.microsoft.com/office/drawing/2014/main" id="{A39EFD1B-EF17-BC9A-5626-4494B1B13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150827" y="5082108"/>
            <a:ext cx="576000" cy="43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424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ubrik 50">
            <a:extLst>
              <a:ext uri="{FF2B5EF4-FFF2-40B4-BE49-F238E27FC236}">
                <a16:creationId xmlns:a16="http://schemas.microsoft.com/office/drawing/2014/main" id="{17150137-0944-0627-2BAE-98CBE7661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of </a:t>
            </a:r>
            <a:br>
              <a:rPr lang="en-GB" dirty="0"/>
            </a:br>
            <a:r>
              <a:rPr lang="en-GB" dirty="0"/>
              <a:t>technical graphics</a:t>
            </a:r>
          </a:p>
        </p:txBody>
      </p:sp>
      <p:sp>
        <p:nvSpPr>
          <p:cNvPr id="3" name="Moln 8">
            <a:extLst>
              <a:ext uri="{FF2B5EF4-FFF2-40B4-BE49-F238E27FC236}">
                <a16:creationId xmlns:a16="http://schemas.microsoft.com/office/drawing/2014/main" id="{1A7C8926-7E85-9749-3B9A-1DCEC7D1144C}"/>
              </a:ext>
            </a:extLst>
          </p:cNvPr>
          <p:cNvSpPr/>
          <p:nvPr/>
        </p:nvSpPr>
        <p:spPr bwMode="auto">
          <a:xfrm>
            <a:off x="2157466" y="1052736"/>
            <a:ext cx="1540364" cy="883715"/>
          </a:xfrm>
          <a:prstGeom prst="cloud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900" b="1" i="0">
                <a:solidFill>
                  <a:schemeClr val="accent1"/>
                </a:solidFill>
                <a:latin typeface="Montserrat SemiBold"/>
              </a:rPr>
              <a:t>    INTERNET</a:t>
            </a:r>
            <a:endParaRPr/>
          </a:p>
        </p:txBody>
      </p:sp>
      <p:grpSp>
        <p:nvGrpSpPr>
          <p:cNvPr id="4" name="Grupp 22">
            <a:extLst>
              <a:ext uri="{FF2B5EF4-FFF2-40B4-BE49-F238E27FC236}">
                <a16:creationId xmlns:a16="http://schemas.microsoft.com/office/drawing/2014/main" id="{711715CA-8178-6C84-3CF2-CDD4483882DE}"/>
              </a:ext>
            </a:extLst>
          </p:cNvPr>
          <p:cNvGrpSpPr/>
          <p:nvPr/>
        </p:nvGrpSpPr>
        <p:grpSpPr bwMode="auto">
          <a:xfrm>
            <a:off x="892899" y="2060848"/>
            <a:ext cx="4122981" cy="557226"/>
            <a:chOff x="767113" y="2475733"/>
            <a:chExt cx="4122981" cy="773250"/>
          </a:xfrm>
        </p:grpSpPr>
        <p:sp>
          <p:nvSpPr>
            <p:cNvPr id="5" name="Rektangel med rundade hörn 10">
              <a:extLst>
                <a:ext uri="{FF2B5EF4-FFF2-40B4-BE49-F238E27FC236}">
                  <a16:creationId xmlns:a16="http://schemas.microsoft.com/office/drawing/2014/main" id="{9037C38C-0D4B-FF1A-E0F3-CB97D32BCDBF}"/>
                </a:ext>
              </a:extLst>
            </p:cNvPr>
            <p:cNvSpPr/>
            <p:nvPr/>
          </p:nvSpPr>
          <p:spPr bwMode="auto">
            <a:xfrm>
              <a:off x="767113" y="2475733"/>
              <a:ext cx="1178286" cy="773250"/>
            </a:xfrm>
            <a:prstGeom prst="roundRect">
              <a:avLst>
                <a:gd name="adj" fmla="val 16667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>
                <a:defRPr/>
              </a:pPr>
              <a:r>
                <a:rPr lang="en-GB" sz="700" b="1" i="0" dirty="0">
                  <a:solidFill>
                    <a:schemeClr val="accent1"/>
                  </a:solidFill>
                  <a:latin typeface="Montserrat SemiBold"/>
                </a:rPr>
                <a:t>REMOTE </a:t>
              </a:r>
              <a:br>
                <a:rPr lang="en-GB" sz="700" b="1" i="0" dirty="0">
                  <a:solidFill>
                    <a:schemeClr val="accent1"/>
                  </a:solidFill>
                  <a:latin typeface="Montserrat SemiBold"/>
                </a:rPr>
              </a:br>
              <a:r>
                <a:rPr lang="en-GB" sz="700" b="1" i="0" dirty="0">
                  <a:solidFill>
                    <a:schemeClr val="accent1"/>
                  </a:solidFill>
                  <a:latin typeface="Montserrat SemiBold"/>
                </a:rPr>
                <a:t>WORKERS </a:t>
              </a:r>
              <a:br>
                <a:rPr lang="en-GB" sz="700" b="1" i="0" dirty="0">
                  <a:solidFill>
                    <a:schemeClr val="accent1"/>
                  </a:solidFill>
                  <a:latin typeface="Montserrat SemiBold"/>
                </a:rPr>
              </a:br>
              <a:r>
                <a:rPr lang="en-GB" sz="700" b="1" i="0" dirty="0">
                  <a:solidFill>
                    <a:schemeClr val="accent1"/>
                  </a:solidFill>
                  <a:latin typeface="Montserrat SemiBold"/>
                </a:rPr>
                <a:t>/ VPN</a:t>
              </a:r>
              <a:endParaRPr sz="1400" dirty="0"/>
            </a:p>
          </p:txBody>
        </p:sp>
        <p:sp>
          <p:nvSpPr>
            <p:cNvPr id="6" name="Rektangel med rundade hörn 11">
              <a:extLst>
                <a:ext uri="{FF2B5EF4-FFF2-40B4-BE49-F238E27FC236}">
                  <a16:creationId xmlns:a16="http://schemas.microsoft.com/office/drawing/2014/main" id="{8A77EF36-8300-4638-6606-FC3819F7747F}"/>
                </a:ext>
              </a:extLst>
            </p:cNvPr>
            <p:cNvSpPr/>
            <p:nvPr/>
          </p:nvSpPr>
          <p:spPr bwMode="auto">
            <a:xfrm>
              <a:off x="3711808" y="2475733"/>
              <a:ext cx="1178286" cy="77325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>
                <a:defRPr/>
              </a:pPr>
              <a:r>
                <a:rPr lang="en-GB" sz="700" b="1" i="0" dirty="0">
                  <a:solidFill>
                    <a:schemeClr val="accent1"/>
                  </a:solidFill>
                  <a:latin typeface="Montserrat SemiBold"/>
                </a:rPr>
                <a:t>INTERNAL IT </a:t>
              </a:r>
              <a:br>
                <a:rPr lang="en-GB" sz="700" b="1" i="0" dirty="0">
                  <a:solidFill>
                    <a:schemeClr val="accent1"/>
                  </a:solidFill>
                  <a:latin typeface="Montserrat SemiBold"/>
                </a:rPr>
              </a:br>
              <a:r>
                <a:rPr lang="en-GB" sz="700" b="1" i="0" dirty="0">
                  <a:solidFill>
                    <a:schemeClr val="accent1"/>
                  </a:solidFill>
                  <a:latin typeface="Montserrat SemiBold"/>
                </a:rPr>
                <a:t>/ CLIENTS</a:t>
              </a:r>
              <a:endParaRPr sz="1400" dirty="0"/>
            </a:p>
          </p:txBody>
        </p:sp>
      </p:grpSp>
      <p:sp>
        <p:nvSpPr>
          <p:cNvPr id="7" name="Rektangel 9">
            <a:extLst>
              <a:ext uri="{FF2B5EF4-FFF2-40B4-BE49-F238E27FC236}">
                <a16:creationId xmlns:a16="http://schemas.microsoft.com/office/drawing/2014/main" id="{0B5B89C3-E137-B1C9-96A1-2E8A65EBF641}"/>
              </a:ext>
            </a:extLst>
          </p:cNvPr>
          <p:cNvSpPr/>
          <p:nvPr/>
        </p:nvSpPr>
        <p:spPr bwMode="auto">
          <a:xfrm>
            <a:off x="2453444" y="3068960"/>
            <a:ext cx="948409" cy="288032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9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 SemiBold"/>
              </a:rPr>
              <a:t>ROUTER</a:t>
            </a:r>
            <a:endParaRPr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Rektangel med rundade hörn 20">
            <a:extLst>
              <a:ext uri="{FF2B5EF4-FFF2-40B4-BE49-F238E27FC236}">
                <a16:creationId xmlns:a16="http://schemas.microsoft.com/office/drawing/2014/main" id="{022D1877-D0E7-3A9E-7FEC-EA776CD701BC}"/>
              </a:ext>
            </a:extLst>
          </p:cNvPr>
          <p:cNvSpPr/>
          <p:nvPr/>
        </p:nvSpPr>
        <p:spPr bwMode="auto">
          <a:xfrm>
            <a:off x="930083" y="3507502"/>
            <a:ext cx="3995130" cy="1607870"/>
          </a:xfrm>
          <a:prstGeom prst="roundRect">
            <a:avLst>
              <a:gd name="adj" fmla="val 5820"/>
            </a:avLst>
          </a:prstGeom>
          <a:solidFill>
            <a:schemeClr val="bg2"/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00" b="1" i="0">
              <a:solidFill>
                <a:schemeClr val="accent1"/>
              </a:solidFill>
              <a:latin typeface="Montserrat SemiBold"/>
            </a:endParaRPr>
          </a:p>
        </p:txBody>
      </p:sp>
      <p:sp>
        <p:nvSpPr>
          <p:cNvPr id="9" name="Rektangel med rundade hörn 47">
            <a:extLst>
              <a:ext uri="{FF2B5EF4-FFF2-40B4-BE49-F238E27FC236}">
                <a16:creationId xmlns:a16="http://schemas.microsoft.com/office/drawing/2014/main" id="{5C037BF6-EAAB-6A89-B653-D1A866DCF790}"/>
              </a:ext>
            </a:extLst>
          </p:cNvPr>
          <p:cNvSpPr/>
          <p:nvPr/>
        </p:nvSpPr>
        <p:spPr bwMode="auto">
          <a:xfrm>
            <a:off x="2090296" y="3482197"/>
            <a:ext cx="1674704" cy="306843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defRPr/>
            </a:pPr>
            <a:r>
              <a:rPr lang="en-GB" sz="1000" b="1" i="0" dirty="0">
                <a:solidFill>
                  <a:schemeClr val="accent3"/>
                </a:solidFill>
                <a:latin typeface="Montserrat SemiBold"/>
              </a:rPr>
              <a:t>PRIVATE OPENSTACK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10" name="Rektangel med rundade hörn 20">
            <a:extLst>
              <a:ext uri="{FF2B5EF4-FFF2-40B4-BE49-F238E27FC236}">
                <a16:creationId xmlns:a16="http://schemas.microsoft.com/office/drawing/2014/main" id="{898FBC60-10BD-BC4B-9109-71512F6437C7}"/>
              </a:ext>
            </a:extLst>
          </p:cNvPr>
          <p:cNvSpPr/>
          <p:nvPr/>
        </p:nvSpPr>
        <p:spPr bwMode="auto">
          <a:xfrm>
            <a:off x="911424" y="5229200"/>
            <a:ext cx="4032448" cy="720080"/>
          </a:xfrm>
          <a:prstGeom prst="roundRect">
            <a:avLst>
              <a:gd name="adj" fmla="val 17217"/>
            </a:avLst>
          </a:prstGeom>
          <a:solidFill>
            <a:schemeClr val="bg2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00" b="1" i="0">
              <a:solidFill>
                <a:schemeClr val="accent1"/>
              </a:solidFill>
              <a:latin typeface="Montserrat SemiBold"/>
            </a:endParaRPr>
          </a:p>
        </p:txBody>
      </p:sp>
      <p:sp>
        <p:nvSpPr>
          <p:cNvPr id="11" name="Rektangel med rundade hörn 47">
            <a:extLst>
              <a:ext uri="{FF2B5EF4-FFF2-40B4-BE49-F238E27FC236}">
                <a16:creationId xmlns:a16="http://schemas.microsoft.com/office/drawing/2014/main" id="{F31A37BA-6079-78FB-D0B3-38FC83C28CF4}"/>
              </a:ext>
            </a:extLst>
          </p:cNvPr>
          <p:cNvSpPr/>
          <p:nvPr/>
        </p:nvSpPr>
        <p:spPr bwMode="auto">
          <a:xfrm>
            <a:off x="2611844" y="5210389"/>
            <a:ext cx="631608" cy="306843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defRPr/>
            </a:pPr>
            <a:r>
              <a:rPr lang="en-GB" sz="1000" b="1" i="0" dirty="0">
                <a:solidFill>
                  <a:schemeClr val="accent3"/>
                </a:solidFill>
                <a:latin typeface="Montserrat SemiBold"/>
              </a:rPr>
              <a:t>CEPH</a:t>
            </a:r>
            <a:endParaRPr dirty="0">
              <a:solidFill>
                <a:schemeClr val="accent3"/>
              </a:solidFill>
            </a:endParaRPr>
          </a:p>
        </p:txBody>
      </p:sp>
      <p:grpSp>
        <p:nvGrpSpPr>
          <p:cNvPr id="12" name="Grupp 11">
            <a:extLst>
              <a:ext uri="{FF2B5EF4-FFF2-40B4-BE49-F238E27FC236}">
                <a16:creationId xmlns:a16="http://schemas.microsoft.com/office/drawing/2014/main" id="{3933F0AE-01F3-2A49-EC52-BE7F5C5361B1}"/>
              </a:ext>
            </a:extLst>
          </p:cNvPr>
          <p:cNvGrpSpPr/>
          <p:nvPr/>
        </p:nvGrpSpPr>
        <p:grpSpPr>
          <a:xfrm>
            <a:off x="1070210" y="3818440"/>
            <a:ext cx="3714876" cy="1158341"/>
            <a:chOff x="1085189" y="3818440"/>
            <a:chExt cx="3714876" cy="1158341"/>
          </a:xfrm>
        </p:grpSpPr>
        <p:grpSp>
          <p:nvGrpSpPr>
            <p:cNvPr id="13" name="Grupp 12">
              <a:extLst>
                <a:ext uri="{FF2B5EF4-FFF2-40B4-BE49-F238E27FC236}">
                  <a16:creationId xmlns:a16="http://schemas.microsoft.com/office/drawing/2014/main" id="{F9EF3BA3-BA11-6E0B-3EA2-33297D0C5EB5}"/>
                </a:ext>
              </a:extLst>
            </p:cNvPr>
            <p:cNvGrpSpPr/>
            <p:nvPr/>
          </p:nvGrpSpPr>
          <p:grpSpPr>
            <a:xfrm>
              <a:off x="1085189" y="3818440"/>
              <a:ext cx="1163966" cy="1158341"/>
              <a:chOff x="1085189" y="3818440"/>
              <a:chExt cx="1163966" cy="1158341"/>
            </a:xfrm>
          </p:grpSpPr>
          <p:grpSp>
            <p:nvGrpSpPr>
              <p:cNvPr id="30" name="Grupp 34">
                <a:extLst>
                  <a:ext uri="{FF2B5EF4-FFF2-40B4-BE49-F238E27FC236}">
                    <a16:creationId xmlns:a16="http://schemas.microsoft.com/office/drawing/2014/main" id="{4D397FB7-4ACB-DF8C-1EF4-2B0DDDAE5F34}"/>
                  </a:ext>
                </a:extLst>
              </p:cNvPr>
              <p:cNvGrpSpPr/>
              <p:nvPr/>
            </p:nvGrpSpPr>
            <p:grpSpPr bwMode="auto">
              <a:xfrm>
                <a:off x="1085189" y="3818440"/>
                <a:ext cx="1163966" cy="1158341"/>
                <a:chOff x="1088278" y="4285100"/>
                <a:chExt cx="1163966" cy="1158341"/>
              </a:xfrm>
            </p:grpSpPr>
            <p:sp>
              <p:nvSpPr>
                <p:cNvPr id="32" name="Rektangel med rundade hörn 32">
                  <a:extLst>
                    <a:ext uri="{FF2B5EF4-FFF2-40B4-BE49-F238E27FC236}">
                      <a16:creationId xmlns:a16="http://schemas.microsoft.com/office/drawing/2014/main" id="{55752E3C-F506-0F45-3ECE-64FAF3C37590}"/>
                    </a:ext>
                  </a:extLst>
                </p:cNvPr>
                <p:cNvSpPr/>
                <p:nvPr/>
              </p:nvSpPr>
              <p:spPr bwMode="auto">
                <a:xfrm>
                  <a:off x="1088278" y="4699342"/>
                  <a:ext cx="1163966" cy="744099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>
                    <a:defRPr/>
                  </a:pPr>
                  <a:r>
                    <a:rPr lang="en-GB" sz="1000" b="1" i="0">
                      <a:solidFill>
                        <a:schemeClr val="accent1"/>
                      </a:solidFill>
                      <a:latin typeface="Montserrat SemiBold"/>
                    </a:rPr>
                    <a:t>HYPERVISOR</a:t>
                  </a:r>
                  <a:br>
                    <a:rPr lang="en-GB" sz="1000" b="1">
                      <a:solidFill>
                        <a:schemeClr val="accent1"/>
                      </a:solidFill>
                      <a:latin typeface="Montserrat SemiBold"/>
                    </a:rPr>
                  </a:br>
                  <a:endParaRPr lang="en-GB" sz="1000" b="1" i="0">
                    <a:solidFill>
                      <a:schemeClr val="accent1"/>
                    </a:solidFill>
                    <a:latin typeface="Montserrat SemiBold"/>
                  </a:endParaRPr>
                </a:p>
              </p:txBody>
            </p:sp>
            <p:grpSp>
              <p:nvGrpSpPr>
                <p:cNvPr id="33" name="Grupp 33">
                  <a:extLst>
                    <a:ext uri="{FF2B5EF4-FFF2-40B4-BE49-F238E27FC236}">
                      <a16:creationId xmlns:a16="http://schemas.microsoft.com/office/drawing/2014/main" id="{7B762C05-C030-89CD-1A22-265758A9732F}"/>
                    </a:ext>
                  </a:extLst>
                </p:cNvPr>
                <p:cNvGrpSpPr/>
                <p:nvPr/>
              </p:nvGrpSpPr>
              <p:grpSpPr bwMode="auto">
                <a:xfrm>
                  <a:off x="1317900" y="4285100"/>
                  <a:ext cx="704722" cy="640793"/>
                  <a:chOff x="1109758" y="3929159"/>
                  <a:chExt cx="704722" cy="640793"/>
                </a:xfrm>
              </p:grpSpPr>
              <p:sp>
                <p:nvSpPr>
                  <p:cNvPr id="34" name="Rektangel med rundade hörn 23">
                    <a:extLst>
                      <a:ext uri="{FF2B5EF4-FFF2-40B4-BE49-F238E27FC236}">
                        <a16:creationId xmlns:a16="http://schemas.microsoft.com/office/drawing/2014/main" id="{4340415B-2A6B-9028-8F7F-1424A9BA624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09758" y="3929159"/>
                    <a:ext cx="516523" cy="48941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en-GB" sz="1000" b="1" i="0">
                        <a:solidFill>
                          <a:schemeClr val="accent1"/>
                        </a:solidFill>
                        <a:latin typeface="Montserrat SemiBold"/>
                      </a:rPr>
                      <a:t>VM</a:t>
                    </a:r>
                    <a:endParaRPr/>
                  </a:p>
                </p:txBody>
              </p:sp>
              <p:sp>
                <p:nvSpPr>
                  <p:cNvPr id="35" name="Rektangel med rundade hörn 24">
                    <a:extLst>
                      <a:ext uri="{FF2B5EF4-FFF2-40B4-BE49-F238E27FC236}">
                        <a16:creationId xmlns:a16="http://schemas.microsoft.com/office/drawing/2014/main" id="{79A8392E-2DF9-50E6-6195-876C0B2A4C6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03858" y="4004847"/>
                    <a:ext cx="516523" cy="48941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2">
                      <a:lumMod val="9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en-GB" sz="1000" b="1" i="0">
                        <a:solidFill>
                          <a:schemeClr val="accent1"/>
                        </a:solidFill>
                        <a:latin typeface="Montserrat SemiBold"/>
                      </a:rPr>
                      <a:t>VM</a:t>
                    </a:r>
                    <a:endParaRPr/>
                  </a:p>
                </p:txBody>
              </p:sp>
              <p:sp>
                <p:nvSpPr>
                  <p:cNvPr id="36" name="Rektangel med rundade hörn 25">
                    <a:extLst>
                      <a:ext uri="{FF2B5EF4-FFF2-40B4-BE49-F238E27FC236}">
                        <a16:creationId xmlns:a16="http://schemas.microsoft.com/office/drawing/2014/main" id="{8F37EC16-FA00-782C-E50B-36709EE879E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97957" y="4080535"/>
                    <a:ext cx="516523" cy="48941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2"/>
                  </a:solidFill>
                  <a:ln>
                    <a:solidFill>
                      <a:schemeClr val="accent2">
                        <a:lumMod val="20000"/>
                        <a:lumOff val="80000"/>
                        <a:alpha val="99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en-GB" sz="1000" b="1" i="0">
                        <a:solidFill>
                          <a:schemeClr val="accent1"/>
                        </a:solidFill>
                        <a:latin typeface="Montserrat SemiBold"/>
                      </a:rPr>
                      <a:t>VM</a:t>
                    </a:r>
                    <a:endParaRPr/>
                  </a:p>
                </p:txBody>
              </p:sp>
            </p:grpSp>
          </p:grpSp>
          <p:sp>
            <p:nvSpPr>
              <p:cNvPr id="31" name="Rektangel 9">
                <a:extLst>
                  <a:ext uri="{FF2B5EF4-FFF2-40B4-BE49-F238E27FC236}">
                    <a16:creationId xmlns:a16="http://schemas.microsoft.com/office/drawing/2014/main" id="{92AECCCA-3E66-AA29-C924-2C2AE953937C}"/>
                  </a:ext>
                </a:extLst>
              </p:cNvPr>
              <p:cNvSpPr/>
              <p:nvPr/>
            </p:nvSpPr>
            <p:spPr bwMode="auto">
              <a:xfrm>
                <a:off x="1651412" y="4330435"/>
                <a:ext cx="504056" cy="219717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10000"/>
                  <a:lumOff val="90000"/>
                </a:schemeClr>
              </a:solidFill>
              <a:ln w="12700">
                <a:solidFill>
                  <a:schemeClr val="tx1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en-GB" sz="900" b="1" i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Montserrat SemiBold"/>
                  </a:rPr>
                  <a:t>FW</a:t>
                </a:r>
                <a:endParaRPr dirty="0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</p:txBody>
          </p:sp>
        </p:grpSp>
        <p:grpSp>
          <p:nvGrpSpPr>
            <p:cNvPr id="14" name="Grupp 13">
              <a:extLst>
                <a:ext uri="{FF2B5EF4-FFF2-40B4-BE49-F238E27FC236}">
                  <a16:creationId xmlns:a16="http://schemas.microsoft.com/office/drawing/2014/main" id="{E4D6277E-F4E0-782C-19C3-452CBF6CDB6D}"/>
                </a:ext>
              </a:extLst>
            </p:cNvPr>
            <p:cNvGrpSpPr/>
            <p:nvPr/>
          </p:nvGrpSpPr>
          <p:grpSpPr>
            <a:xfrm>
              <a:off x="2360644" y="3818440"/>
              <a:ext cx="1163966" cy="1158341"/>
              <a:chOff x="2351584" y="3789040"/>
              <a:chExt cx="1163966" cy="1158341"/>
            </a:xfrm>
          </p:grpSpPr>
          <p:grpSp>
            <p:nvGrpSpPr>
              <p:cNvPr id="23" name="Grupp 34">
                <a:extLst>
                  <a:ext uri="{FF2B5EF4-FFF2-40B4-BE49-F238E27FC236}">
                    <a16:creationId xmlns:a16="http://schemas.microsoft.com/office/drawing/2014/main" id="{03E155BE-0424-D76F-ED01-2088E045F2D6}"/>
                  </a:ext>
                </a:extLst>
              </p:cNvPr>
              <p:cNvGrpSpPr/>
              <p:nvPr/>
            </p:nvGrpSpPr>
            <p:grpSpPr bwMode="auto">
              <a:xfrm>
                <a:off x="2351584" y="3789040"/>
                <a:ext cx="1163966" cy="1158341"/>
                <a:chOff x="1088278" y="4285100"/>
                <a:chExt cx="1163966" cy="1158341"/>
              </a:xfrm>
            </p:grpSpPr>
            <p:sp>
              <p:nvSpPr>
                <p:cNvPr id="25" name="Rektangel med rundade hörn 32">
                  <a:extLst>
                    <a:ext uri="{FF2B5EF4-FFF2-40B4-BE49-F238E27FC236}">
                      <a16:creationId xmlns:a16="http://schemas.microsoft.com/office/drawing/2014/main" id="{6FD53BDC-6DF4-23F2-5BC5-A8BD319153D6}"/>
                    </a:ext>
                  </a:extLst>
                </p:cNvPr>
                <p:cNvSpPr/>
                <p:nvPr/>
              </p:nvSpPr>
              <p:spPr bwMode="auto">
                <a:xfrm>
                  <a:off x="1088278" y="4699342"/>
                  <a:ext cx="1163966" cy="744099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>
                    <a:defRPr/>
                  </a:pPr>
                  <a:r>
                    <a:rPr lang="en-GB" sz="1000" b="1" i="0" dirty="0">
                      <a:solidFill>
                        <a:schemeClr val="accent1"/>
                      </a:solidFill>
                      <a:latin typeface="Montserrat SemiBold"/>
                    </a:rPr>
                    <a:t>HYPERVISOR</a:t>
                  </a:r>
                  <a:br>
                    <a:rPr lang="en-GB" sz="1000" b="1" dirty="0">
                      <a:solidFill>
                        <a:schemeClr val="accent1"/>
                      </a:solidFill>
                      <a:latin typeface="Montserrat SemiBold"/>
                    </a:rPr>
                  </a:br>
                  <a:endParaRPr lang="en-GB" sz="1000" b="1" i="0" dirty="0">
                    <a:solidFill>
                      <a:schemeClr val="accent1"/>
                    </a:solidFill>
                    <a:latin typeface="Montserrat SemiBold"/>
                  </a:endParaRPr>
                </a:p>
              </p:txBody>
            </p:sp>
            <p:grpSp>
              <p:nvGrpSpPr>
                <p:cNvPr id="26" name="Grupp 33">
                  <a:extLst>
                    <a:ext uri="{FF2B5EF4-FFF2-40B4-BE49-F238E27FC236}">
                      <a16:creationId xmlns:a16="http://schemas.microsoft.com/office/drawing/2014/main" id="{7A3F2DCF-9542-1C92-F9C8-630767FAFFE2}"/>
                    </a:ext>
                  </a:extLst>
                </p:cNvPr>
                <p:cNvGrpSpPr/>
                <p:nvPr/>
              </p:nvGrpSpPr>
              <p:grpSpPr bwMode="auto">
                <a:xfrm>
                  <a:off x="1317900" y="4285100"/>
                  <a:ext cx="704722" cy="640793"/>
                  <a:chOff x="1109758" y="3929159"/>
                  <a:chExt cx="704722" cy="640793"/>
                </a:xfrm>
              </p:grpSpPr>
              <p:sp>
                <p:nvSpPr>
                  <p:cNvPr id="27" name="Rektangel med rundade hörn 23">
                    <a:extLst>
                      <a:ext uri="{FF2B5EF4-FFF2-40B4-BE49-F238E27FC236}">
                        <a16:creationId xmlns:a16="http://schemas.microsoft.com/office/drawing/2014/main" id="{940C4871-B167-5476-8E76-E0AD44C90B3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09758" y="3929159"/>
                    <a:ext cx="516523" cy="48941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en-GB" sz="1000" b="1" i="0">
                        <a:solidFill>
                          <a:schemeClr val="accent1"/>
                        </a:solidFill>
                        <a:latin typeface="Montserrat SemiBold"/>
                      </a:rPr>
                      <a:t>VM</a:t>
                    </a:r>
                    <a:endParaRPr/>
                  </a:p>
                </p:txBody>
              </p:sp>
              <p:sp>
                <p:nvSpPr>
                  <p:cNvPr id="28" name="Rektangel med rundade hörn 24">
                    <a:extLst>
                      <a:ext uri="{FF2B5EF4-FFF2-40B4-BE49-F238E27FC236}">
                        <a16:creationId xmlns:a16="http://schemas.microsoft.com/office/drawing/2014/main" id="{36AA1719-277B-0211-6CAF-48BA899EC22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03858" y="4004847"/>
                    <a:ext cx="516523" cy="48941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2">
                      <a:lumMod val="9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en-GB" sz="1000" b="1" i="0">
                        <a:solidFill>
                          <a:schemeClr val="accent1"/>
                        </a:solidFill>
                        <a:latin typeface="Montserrat SemiBold"/>
                      </a:rPr>
                      <a:t>VM</a:t>
                    </a:r>
                    <a:endParaRPr/>
                  </a:p>
                </p:txBody>
              </p:sp>
              <p:sp>
                <p:nvSpPr>
                  <p:cNvPr id="29" name="Rektangel med rundade hörn 25">
                    <a:extLst>
                      <a:ext uri="{FF2B5EF4-FFF2-40B4-BE49-F238E27FC236}">
                        <a16:creationId xmlns:a16="http://schemas.microsoft.com/office/drawing/2014/main" id="{C2857BC9-D200-E79C-271B-3B04A0EB587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97957" y="4080535"/>
                    <a:ext cx="516523" cy="48941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2"/>
                  </a:solidFill>
                  <a:ln>
                    <a:solidFill>
                      <a:schemeClr val="accent2">
                        <a:lumMod val="20000"/>
                        <a:lumOff val="80000"/>
                        <a:alpha val="99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en-GB" sz="1000" b="1" i="0" dirty="0">
                        <a:solidFill>
                          <a:schemeClr val="accent1"/>
                        </a:solidFill>
                        <a:latin typeface="Montserrat SemiBold"/>
                      </a:rPr>
                      <a:t>VM</a:t>
                    </a:r>
                    <a:endParaRPr dirty="0"/>
                  </a:p>
                </p:txBody>
              </p:sp>
            </p:grpSp>
          </p:grpSp>
          <p:sp>
            <p:nvSpPr>
              <p:cNvPr id="24" name="Rektangel 9">
                <a:extLst>
                  <a:ext uri="{FF2B5EF4-FFF2-40B4-BE49-F238E27FC236}">
                    <a16:creationId xmlns:a16="http://schemas.microsoft.com/office/drawing/2014/main" id="{21EA1BAF-D4DF-606A-FC26-213E132AEA04}"/>
                  </a:ext>
                </a:extLst>
              </p:cNvPr>
              <p:cNvSpPr/>
              <p:nvPr/>
            </p:nvSpPr>
            <p:spPr bwMode="auto">
              <a:xfrm>
                <a:off x="2917807" y="4301035"/>
                <a:ext cx="504056" cy="219717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10000"/>
                  <a:lumOff val="90000"/>
                </a:schemeClr>
              </a:solidFill>
              <a:ln w="12700">
                <a:solidFill>
                  <a:schemeClr val="tx1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en-GB" sz="900" b="1" i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Montserrat SemiBold"/>
                  </a:rPr>
                  <a:t>FW</a:t>
                </a:r>
                <a:endParaRPr dirty="0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</p:txBody>
          </p:sp>
        </p:grpSp>
        <p:grpSp>
          <p:nvGrpSpPr>
            <p:cNvPr id="15" name="Grupp 14">
              <a:extLst>
                <a:ext uri="{FF2B5EF4-FFF2-40B4-BE49-F238E27FC236}">
                  <a16:creationId xmlns:a16="http://schemas.microsoft.com/office/drawing/2014/main" id="{8A972D18-1BB6-5926-5757-D0D061323573}"/>
                </a:ext>
              </a:extLst>
            </p:cNvPr>
            <p:cNvGrpSpPr/>
            <p:nvPr/>
          </p:nvGrpSpPr>
          <p:grpSpPr>
            <a:xfrm>
              <a:off x="3636099" y="3818440"/>
              <a:ext cx="1163966" cy="1158341"/>
              <a:chOff x="3636099" y="3818440"/>
              <a:chExt cx="1163966" cy="1158341"/>
            </a:xfrm>
          </p:grpSpPr>
          <p:grpSp>
            <p:nvGrpSpPr>
              <p:cNvPr id="16" name="Grupp 41">
                <a:extLst>
                  <a:ext uri="{FF2B5EF4-FFF2-40B4-BE49-F238E27FC236}">
                    <a16:creationId xmlns:a16="http://schemas.microsoft.com/office/drawing/2014/main" id="{2D923F90-7D33-9C9E-A3B8-7401D6D42A2A}"/>
                  </a:ext>
                </a:extLst>
              </p:cNvPr>
              <p:cNvGrpSpPr/>
              <p:nvPr/>
            </p:nvGrpSpPr>
            <p:grpSpPr bwMode="auto">
              <a:xfrm>
                <a:off x="3636099" y="3818440"/>
                <a:ext cx="1163966" cy="1158341"/>
                <a:chOff x="1088278" y="4285100"/>
                <a:chExt cx="1163966" cy="1158341"/>
              </a:xfrm>
            </p:grpSpPr>
            <p:sp>
              <p:nvSpPr>
                <p:cNvPr id="18" name="Rektangel med rundade hörn 42">
                  <a:extLst>
                    <a:ext uri="{FF2B5EF4-FFF2-40B4-BE49-F238E27FC236}">
                      <a16:creationId xmlns:a16="http://schemas.microsoft.com/office/drawing/2014/main" id="{A6A618BF-2492-0F94-88B1-AE95D8DDB85B}"/>
                    </a:ext>
                  </a:extLst>
                </p:cNvPr>
                <p:cNvSpPr/>
                <p:nvPr/>
              </p:nvSpPr>
              <p:spPr bwMode="auto">
                <a:xfrm>
                  <a:off x="1088278" y="4699342"/>
                  <a:ext cx="1163966" cy="744099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>
                    <a:defRPr/>
                  </a:pPr>
                  <a:r>
                    <a:rPr lang="en-GB" sz="1000" b="1" i="0">
                      <a:solidFill>
                        <a:schemeClr val="accent1"/>
                      </a:solidFill>
                      <a:latin typeface="Montserrat SemiBold"/>
                    </a:rPr>
                    <a:t>HYPERVISOR</a:t>
                  </a:r>
                  <a:br>
                    <a:rPr lang="en-GB" sz="1000" b="1">
                      <a:solidFill>
                        <a:schemeClr val="accent1"/>
                      </a:solidFill>
                      <a:latin typeface="Montserrat SemiBold"/>
                    </a:rPr>
                  </a:br>
                  <a:endParaRPr lang="en-GB" sz="1000" b="1" i="0">
                    <a:solidFill>
                      <a:schemeClr val="accent1"/>
                    </a:solidFill>
                    <a:latin typeface="Montserrat SemiBold"/>
                  </a:endParaRPr>
                </a:p>
              </p:txBody>
            </p:sp>
            <p:grpSp>
              <p:nvGrpSpPr>
                <p:cNvPr id="19" name="Grupp 43">
                  <a:extLst>
                    <a:ext uri="{FF2B5EF4-FFF2-40B4-BE49-F238E27FC236}">
                      <a16:creationId xmlns:a16="http://schemas.microsoft.com/office/drawing/2014/main" id="{6B89BDAD-2B8F-31FC-DF49-1C0093DB4812}"/>
                    </a:ext>
                  </a:extLst>
                </p:cNvPr>
                <p:cNvGrpSpPr/>
                <p:nvPr/>
              </p:nvGrpSpPr>
              <p:grpSpPr bwMode="auto">
                <a:xfrm>
                  <a:off x="1317900" y="4285100"/>
                  <a:ext cx="704722" cy="640793"/>
                  <a:chOff x="1109758" y="3929159"/>
                  <a:chExt cx="704722" cy="640793"/>
                </a:xfrm>
              </p:grpSpPr>
              <p:sp>
                <p:nvSpPr>
                  <p:cNvPr id="20" name="Rektangel med rundade hörn 44">
                    <a:extLst>
                      <a:ext uri="{FF2B5EF4-FFF2-40B4-BE49-F238E27FC236}">
                        <a16:creationId xmlns:a16="http://schemas.microsoft.com/office/drawing/2014/main" id="{80CEF0D8-B077-D7E2-93EE-67B753B713F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09758" y="3929159"/>
                    <a:ext cx="516523" cy="48941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en-GB" sz="1000" b="1" i="0">
                        <a:solidFill>
                          <a:schemeClr val="accent1"/>
                        </a:solidFill>
                        <a:latin typeface="Montserrat SemiBold"/>
                      </a:rPr>
                      <a:t>VM</a:t>
                    </a:r>
                    <a:endParaRPr/>
                  </a:p>
                </p:txBody>
              </p:sp>
              <p:sp>
                <p:nvSpPr>
                  <p:cNvPr id="21" name="Rektangel med rundade hörn 45">
                    <a:extLst>
                      <a:ext uri="{FF2B5EF4-FFF2-40B4-BE49-F238E27FC236}">
                        <a16:creationId xmlns:a16="http://schemas.microsoft.com/office/drawing/2014/main" id="{1A9843A5-E20F-EBF8-35F2-061E6A55FD1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03858" y="4004847"/>
                    <a:ext cx="516523" cy="48941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2">
                      <a:lumMod val="9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en-GB" sz="1000" b="1" i="0">
                        <a:solidFill>
                          <a:schemeClr val="accent1"/>
                        </a:solidFill>
                        <a:latin typeface="Montserrat SemiBold"/>
                      </a:rPr>
                      <a:t>VM</a:t>
                    </a:r>
                    <a:endParaRPr/>
                  </a:p>
                </p:txBody>
              </p:sp>
              <p:sp>
                <p:nvSpPr>
                  <p:cNvPr id="22" name="Rektangel med rundade hörn 46">
                    <a:extLst>
                      <a:ext uri="{FF2B5EF4-FFF2-40B4-BE49-F238E27FC236}">
                        <a16:creationId xmlns:a16="http://schemas.microsoft.com/office/drawing/2014/main" id="{6CD3F0BE-9E58-4117-F328-FECBBF93124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97957" y="4080535"/>
                    <a:ext cx="516523" cy="48941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2"/>
                  </a:solidFill>
                  <a:ln>
                    <a:solidFill>
                      <a:schemeClr val="accent2">
                        <a:lumMod val="20000"/>
                        <a:lumOff val="80000"/>
                        <a:alpha val="99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en-GB" sz="1000" b="1" i="0" dirty="0">
                        <a:solidFill>
                          <a:schemeClr val="accent1"/>
                        </a:solidFill>
                        <a:latin typeface="Montserrat SemiBold"/>
                      </a:rPr>
                      <a:t>VM</a:t>
                    </a:r>
                    <a:endParaRPr dirty="0"/>
                  </a:p>
                </p:txBody>
              </p:sp>
            </p:grpSp>
          </p:grpSp>
          <p:sp>
            <p:nvSpPr>
              <p:cNvPr id="17" name="Rektangel 9">
                <a:extLst>
                  <a:ext uri="{FF2B5EF4-FFF2-40B4-BE49-F238E27FC236}">
                    <a16:creationId xmlns:a16="http://schemas.microsoft.com/office/drawing/2014/main" id="{24143976-37AB-C6BE-8D31-57E18D10E53A}"/>
                  </a:ext>
                </a:extLst>
              </p:cNvPr>
              <p:cNvSpPr/>
              <p:nvPr/>
            </p:nvSpPr>
            <p:spPr bwMode="auto">
              <a:xfrm>
                <a:off x="4215858" y="4341830"/>
                <a:ext cx="504056" cy="219717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10000"/>
                  <a:lumOff val="90000"/>
                </a:schemeClr>
              </a:solidFill>
              <a:ln w="12700">
                <a:solidFill>
                  <a:schemeClr val="tx1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en-GB" sz="900" b="1" i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Montserrat SemiBold"/>
                  </a:rPr>
                  <a:t>FW</a:t>
                </a:r>
                <a:endParaRPr dirty="0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</p:txBody>
          </p:sp>
        </p:grpSp>
      </p:grpSp>
      <p:sp>
        <p:nvSpPr>
          <p:cNvPr id="37" name="Rektangel med rundade hörn 20">
            <a:extLst>
              <a:ext uri="{FF2B5EF4-FFF2-40B4-BE49-F238E27FC236}">
                <a16:creationId xmlns:a16="http://schemas.microsoft.com/office/drawing/2014/main" id="{B031BE35-D576-A274-4AD3-F35C0710CC98}"/>
              </a:ext>
            </a:extLst>
          </p:cNvPr>
          <p:cNvSpPr/>
          <p:nvPr/>
        </p:nvSpPr>
        <p:spPr bwMode="auto">
          <a:xfrm>
            <a:off x="839416" y="2852936"/>
            <a:ext cx="4176464" cy="3168352"/>
          </a:xfrm>
          <a:prstGeom prst="roundRect">
            <a:avLst>
              <a:gd name="adj" fmla="val 5820"/>
            </a:avLst>
          </a:prstGeom>
          <a:noFill/>
          <a:ln>
            <a:solidFill>
              <a:schemeClr val="accent4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1000" b="1" i="0">
              <a:solidFill>
                <a:schemeClr val="accent1"/>
              </a:solidFill>
              <a:latin typeface="Montserrat SemiBold"/>
            </a:endParaRPr>
          </a:p>
        </p:txBody>
      </p:sp>
      <p:cxnSp>
        <p:nvCxnSpPr>
          <p:cNvPr id="38" name="Kurva 37">
            <a:extLst>
              <a:ext uri="{FF2B5EF4-FFF2-40B4-BE49-F238E27FC236}">
                <a16:creationId xmlns:a16="http://schemas.microsoft.com/office/drawing/2014/main" id="{A551DD8E-4F13-1851-B990-5C2B7EC618E1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 bwMode="auto">
          <a:xfrm rot="16200000" flipH="1">
            <a:off x="1670292" y="2429824"/>
            <a:ext cx="594902" cy="971402"/>
          </a:xfrm>
          <a:prstGeom prst="curvedConnector2">
            <a:avLst/>
          </a:prstGeom>
          <a:ln w="254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Kurva 38">
            <a:extLst>
              <a:ext uri="{FF2B5EF4-FFF2-40B4-BE49-F238E27FC236}">
                <a16:creationId xmlns:a16="http://schemas.microsoft.com/office/drawing/2014/main" id="{3E3510C2-9C66-3553-DE5C-C63A5CAC9AB7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 bwMode="auto">
          <a:xfrm rot="5400000">
            <a:off x="3616844" y="2403083"/>
            <a:ext cx="594902" cy="1024884"/>
          </a:xfrm>
          <a:prstGeom prst="curvedConnector2">
            <a:avLst/>
          </a:prstGeom>
          <a:ln w="254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ktangel med rundade hörn 47">
            <a:extLst>
              <a:ext uri="{FF2B5EF4-FFF2-40B4-BE49-F238E27FC236}">
                <a16:creationId xmlns:a16="http://schemas.microsoft.com/office/drawing/2014/main" id="{E520EA70-600B-F6CD-21B4-2BB5DD6700A1}"/>
              </a:ext>
            </a:extLst>
          </p:cNvPr>
          <p:cNvSpPr/>
          <p:nvPr/>
        </p:nvSpPr>
        <p:spPr bwMode="auto">
          <a:xfrm>
            <a:off x="2135560" y="2708920"/>
            <a:ext cx="1474668" cy="306843"/>
          </a:xfrm>
          <a:prstGeom prst="roundRect">
            <a:avLst>
              <a:gd name="adj" fmla="val 4315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defRPr/>
            </a:pPr>
            <a:r>
              <a:rPr lang="en-GB" sz="1000" b="1" i="0" dirty="0">
                <a:solidFill>
                  <a:schemeClr val="accent4"/>
                </a:solidFill>
                <a:latin typeface="Montserrat SemiBold"/>
              </a:rPr>
              <a:t>PRIVATE   CLOUD</a:t>
            </a:r>
            <a:endParaRPr dirty="0">
              <a:solidFill>
                <a:schemeClr val="accent4"/>
              </a:solidFill>
            </a:endParaRPr>
          </a:p>
        </p:txBody>
      </p:sp>
      <p:cxnSp>
        <p:nvCxnSpPr>
          <p:cNvPr id="41" name="Rak pil 13">
            <a:extLst>
              <a:ext uri="{FF2B5EF4-FFF2-40B4-BE49-F238E27FC236}">
                <a16:creationId xmlns:a16="http://schemas.microsoft.com/office/drawing/2014/main" id="{C64092DD-01D0-9C29-D7A9-44C348105589}"/>
              </a:ext>
            </a:extLst>
          </p:cNvPr>
          <p:cNvCxnSpPr>
            <a:cxnSpLocks/>
            <a:stCxn id="7" idx="0"/>
            <a:endCxn id="3" idx="1"/>
          </p:cNvCxnSpPr>
          <p:nvPr/>
        </p:nvCxnSpPr>
        <p:spPr bwMode="auto">
          <a:xfrm flipH="1" flipV="1">
            <a:off x="2927648" y="1935510"/>
            <a:ext cx="1" cy="1133450"/>
          </a:xfrm>
          <a:prstGeom prst="straightConnector1">
            <a:avLst/>
          </a:prstGeom>
          <a:ln w="254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upp 41">
            <a:extLst>
              <a:ext uri="{FF2B5EF4-FFF2-40B4-BE49-F238E27FC236}">
                <a16:creationId xmlns:a16="http://schemas.microsoft.com/office/drawing/2014/main" id="{9CB0DA2E-757B-85AE-CABB-FAD36455E716}"/>
              </a:ext>
            </a:extLst>
          </p:cNvPr>
          <p:cNvGrpSpPr/>
          <p:nvPr/>
        </p:nvGrpSpPr>
        <p:grpSpPr>
          <a:xfrm>
            <a:off x="1343472" y="5517232"/>
            <a:ext cx="3168352" cy="329179"/>
            <a:chOff x="1415480" y="5517232"/>
            <a:chExt cx="3168352" cy="329179"/>
          </a:xfrm>
        </p:grpSpPr>
        <p:pic>
          <p:nvPicPr>
            <p:cNvPr id="43" name="Bild 42">
              <a:extLst>
                <a:ext uri="{FF2B5EF4-FFF2-40B4-BE49-F238E27FC236}">
                  <a16:creationId xmlns:a16="http://schemas.microsoft.com/office/drawing/2014/main" id="{4478B3E0-29B0-915C-4239-217F1D9166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 bwMode="auto">
            <a:xfrm>
              <a:off x="1415480" y="5517232"/>
              <a:ext cx="288032" cy="329179"/>
            </a:xfrm>
            <a:prstGeom prst="rect">
              <a:avLst/>
            </a:prstGeom>
          </p:spPr>
        </p:pic>
        <p:pic>
          <p:nvPicPr>
            <p:cNvPr id="44" name="Bild 43">
              <a:extLst>
                <a:ext uri="{FF2B5EF4-FFF2-40B4-BE49-F238E27FC236}">
                  <a16:creationId xmlns:a16="http://schemas.microsoft.com/office/drawing/2014/main" id="{29A9BFB8-293A-C737-96DB-064EB0E06D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 bwMode="auto">
            <a:xfrm>
              <a:off x="1991544" y="5517232"/>
              <a:ext cx="288032" cy="329179"/>
            </a:xfrm>
            <a:prstGeom prst="rect">
              <a:avLst/>
            </a:prstGeom>
          </p:spPr>
        </p:pic>
        <p:pic>
          <p:nvPicPr>
            <p:cNvPr id="45" name="Bild 44">
              <a:extLst>
                <a:ext uri="{FF2B5EF4-FFF2-40B4-BE49-F238E27FC236}">
                  <a16:creationId xmlns:a16="http://schemas.microsoft.com/office/drawing/2014/main" id="{6157C4F4-CE9A-598E-2D8E-260447E38C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 bwMode="auto">
            <a:xfrm>
              <a:off x="2567608" y="5517232"/>
              <a:ext cx="288032" cy="329179"/>
            </a:xfrm>
            <a:prstGeom prst="rect">
              <a:avLst/>
            </a:prstGeom>
          </p:spPr>
        </p:pic>
        <p:pic>
          <p:nvPicPr>
            <p:cNvPr id="46" name="Bild 45">
              <a:extLst>
                <a:ext uri="{FF2B5EF4-FFF2-40B4-BE49-F238E27FC236}">
                  <a16:creationId xmlns:a16="http://schemas.microsoft.com/office/drawing/2014/main" id="{BAF17C57-ABDD-D389-620C-890EEC15C2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 bwMode="auto">
            <a:xfrm>
              <a:off x="3143672" y="5517232"/>
              <a:ext cx="288032" cy="329179"/>
            </a:xfrm>
            <a:prstGeom prst="rect">
              <a:avLst/>
            </a:prstGeom>
          </p:spPr>
        </p:pic>
        <p:pic>
          <p:nvPicPr>
            <p:cNvPr id="47" name="Bild 46">
              <a:extLst>
                <a:ext uri="{FF2B5EF4-FFF2-40B4-BE49-F238E27FC236}">
                  <a16:creationId xmlns:a16="http://schemas.microsoft.com/office/drawing/2014/main" id="{2F48055D-2E7E-060B-EC1A-81D56CFC44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 bwMode="auto">
            <a:xfrm>
              <a:off x="3719736" y="5517232"/>
              <a:ext cx="288032" cy="329179"/>
            </a:xfrm>
            <a:prstGeom prst="rect">
              <a:avLst/>
            </a:prstGeom>
          </p:spPr>
        </p:pic>
        <p:pic>
          <p:nvPicPr>
            <p:cNvPr id="48" name="Bild 47">
              <a:extLst>
                <a:ext uri="{FF2B5EF4-FFF2-40B4-BE49-F238E27FC236}">
                  <a16:creationId xmlns:a16="http://schemas.microsoft.com/office/drawing/2014/main" id="{CC3D47CC-F68D-0D06-383D-0F56AC63E5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 bwMode="auto">
            <a:xfrm>
              <a:off x="4295800" y="5517232"/>
              <a:ext cx="288032" cy="329179"/>
            </a:xfrm>
            <a:prstGeom prst="rect">
              <a:avLst/>
            </a:prstGeom>
          </p:spPr>
        </p:pic>
      </p:grpSp>
      <p:pic>
        <p:nvPicPr>
          <p:cNvPr id="49" name="Bild 48">
            <a:extLst>
              <a:ext uri="{FF2B5EF4-FFF2-40B4-BE49-F238E27FC236}">
                <a16:creationId xmlns:a16="http://schemas.microsoft.com/office/drawing/2014/main" id="{A724D417-FFA9-ED5E-067D-E25764EE86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1055440" y="2236385"/>
            <a:ext cx="257690" cy="206152"/>
          </a:xfrm>
          <a:prstGeom prst="rect">
            <a:avLst/>
          </a:prstGeom>
        </p:spPr>
      </p:pic>
      <p:pic>
        <p:nvPicPr>
          <p:cNvPr id="50" name="Bild 49">
            <a:extLst>
              <a:ext uri="{FF2B5EF4-FFF2-40B4-BE49-F238E27FC236}">
                <a16:creationId xmlns:a16="http://schemas.microsoft.com/office/drawing/2014/main" id="{226C5261-AA3D-BA8F-356A-8C0572EDD3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3966102" y="2236385"/>
            <a:ext cx="257690" cy="20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98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F07DDC3B-D072-C4E7-D263-C09458E1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Vertical icon and text box</a:t>
            </a:r>
          </a:p>
        </p:txBody>
      </p:sp>
      <p:sp>
        <p:nvSpPr>
          <p:cNvPr id="5" name="Rektangel med rundade hörn 11">
            <a:extLst>
              <a:ext uri="{FF2B5EF4-FFF2-40B4-BE49-F238E27FC236}">
                <a16:creationId xmlns:a16="http://schemas.microsoft.com/office/drawing/2014/main" id="{E41C6EB2-F96F-74BD-F3D3-F5D4587BF0CA}"/>
              </a:ext>
            </a:extLst>
          </p:cNvPr>
          <p:cNvSpPr/>
          <p:nvPr/>
        </p:nvSpPr>
        <p:spPr bwMode="auto">
          <a:xfrm>
            <a:off x="7928705" y="2787729"/>
            <a:ext cx="3309138" cy="3101467"/>
          </a:xfrm>
          <a:prstGeom prst="roundRect">
            <a:avLst>
              <a:gd name="adj" fmla="val 7255"/>
            </a:avLst>
          </a:prstGeom>
          <a:solidFill>
            <a:srgbClr val="FFFFFF"/>
          </a:solidFill>
          <a:ln w="6350">
            <a:gradFill>
              <a:gsLst>
                <a:gs pos="0">
                  <a:schemeClr val="tx1">
                    <a:lumMod val="10000"/>
                    <a:lumOff val="90000"/>
                  </a:schemeClr>
                </a:gs>
                <a:gs pos="100000">
                  <a:schemeClr val="tx1">
                    <a:lumMod val="10000"/>
                    <a:lumOff val="90000"/>
                    <a:alpha val="0"/>
                  </a:schemeClr>
                </a:gs>
              </a:gsLst>
              <a:lin ang="2700000" scaled="0"/>
            </a:gradFill>
          </a:ln>
          <a:effectLst>
            <a:outerShdw blurRad="38100" dist="25400" dir="402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648000" rIns="251999" bIns="0" rtlCol="0" anchor="t" anchorCtr="0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1400" b="1" i="0" u="none" strike="noStrike" cap="none" spc="0">
                <a:ln>
                  <a:noFill/>
                </a:ln>
                <a:solidFill>
                  <a:srgbClr val="FA690F"/>
                </a:solidFill>
                <a:latin typeface="Montserrat SemiBold"/>
                <a:ea typeface="+mn-ea"/>
                <a:cs typeface="Hind Light"/>
              </a:rPr>
              <a:t>Sovereignty, Local Empowerment</a:t>
            </a: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sv-SE" sz="1100" b="0" i="0" u="none" strike="noStrike" cap="none" spc="0">
              <a:ln>
                <a:noFill/>
              </a:ln>
              <a:solidFill>
                <a:srgbClr val="323232">
                  <a:lumMod val="75000"/>
                  <a:lumOff val="25000"/>
                </a:srgbClr>
              </a:solidFill>
              <a:latin typeface="Montserrat ExtraLight"/>
              <a:ea typeface="+mn-ea"/>
              <a:cs typeface="Hind Ligh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1200" b="0" i="0" u="none" strike="noStrike" cap="none" spc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We offer sovereign cloud services tailored to local laws, enabling businesses to confidently harness cloud benefits while respecting jurisdictional autonomy.</a:t>
            </a:r>
          </a:p>
        </p:txBody>
      </p:sp>
      <p:sp>
        <p:nvSpPr>
          <p:cNvPr id="6" name="Rektangel med rundade hörn 12">
            <a:extLst>
              <a:ext uri="{FF2B5EF4-FFF2-40B4-BE49-F238E27FC236}">
                <a16:creationId xmlns:a16="http://schemas.microsoft.com/office/drawing/2014/main" id="{EC991A6C-2260-F04B-A9A9-2122D741C014}"/>
              </a:ext>
            </a:extLst>
          </p:cNvPr>
          <p:cNvSpPr/>
          <p:nvPr/>
        </p:nvSpPr>
        <p:spPr bwMode="auto">
          <a:xfrm>
            <a:off x="915357" y="2801417"/>
            <a:ext cx="3304470" cy="3101467"/>
          </a:xfrm>
          <a:prstGeom prst="roundRect">
            <a:avLst>
              <a:gd name="adj" fmla="val 7255"/>
            </a:avLst>
          </a:prstGeom>
          <a:solidFill>
            <a:srgbClr val="FFFFFF"/>
          </a:solidFill>
          <a:ln w="6350">
            <a:gradFill>
              <a:gsLst>
                <a:gs pos="0">
                  <a:schemeClr val="tx1">
                    <a:lumMod val="10000"/>
                    <a:lumOff val="90000"/>
                  </a:schemeClr>
                </a:gs>
                <a:gs pos="100000">
                  <a:schemeClr val="tx1">
                    <a:lumMod val="10000"/>
                    <a:lumOff val="90000"/>
                    <a:alpha val="0"/>
                  </a:schemeClr>
                </a:gs>
              </a:gsLst>
              <a:lin ang="2700000" scaled="0"/>
            </a:gradFill>
          </a:ln>
          <a:effectLst>
            <a:outerShdw blurRad="38100" dist="25400" dir="402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648000" rIns="251999" bIns="0" rtlCol="0" anchor="t" anchorCtr="0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1400" b="1" i="0" u="none" strike="noStrike" cap="none" spc="0" dirty="0" err="1">
                <a:ln>
                  <a:noFill/>
                </a:ln>
                <a:solidFill>
                  <a:srgbClr val="417DA5"/>
                </a:solidFill>
                <a:latin typeface="Montserrat SemiBold"/>
                <a:ea typeface="+mn-ea"/>
                <a:cs typeface="Hind Light"/>
              </a:rPr>
              <a:t>Compliance</a:t>
            </a:r>
            <a:r>
              <a:rPr lang="sv-SE" sz="1400" b="1" i="0" u="none" strike="noStrike" cap="none" spc="0" dirty="0">
                <a:ln>
                  <a:noFill/>
                </a:ln>
                <a:solidFill>
                  <a:srgbClr val="417DA5"/>
                </a:solidFill>
                <a:latin typeface="Montserrat SemiBold"/>
                <a:ea typeface="+mn-ea"/>
                <a:cs typeface="Hind Light"/>
              </a:rPr>
              <a:t> </a:t>
            </a:r>
            <a:br>
              <a:rPr lang="sv-SE" sz="1400" b="1" i="0" u="none" strike="noStrike" cap="none" spc="0" dirty="0">
                <a:ln>
                  <a:noFill/>
                </a:ln>
                <a:solidFill>
                  <a:srgbClr val="417DA5"/>
                </a:solidFill>
                <a:latin typeface="Montserrat SemiBold"/>
                <a:ea typeface="+mn-ea"/>
                <a:cs typeface="Hind Light"/>
              </a:rPr>
            </a:br>
            <a:r>
              <a:rPr lang="sv-SE" sz="1400" b="1" i="0" u="none" strike="noStrike" cap="none" spc="0" dirty="0">
                <a:ln>
                  <a:noFill/>
                </a:ln>
                <a:solidFill>
                  <a:srgbClr val="417DA5"/>
                </a:solidFill>
                <a:latin typeface="Montserrat SemiBold"/>
                <a:ea typeface="+mn-ea"/>
                <a:cs typeface="Hind Light"/>
              </a:rPr>
              <a:t>and </a:t>
            </a:r>
            <a:r>
              <a:rPr lang="sv-SE" sz="1400" b="1" i="0" u="none" strike="noStrike" cap="none" spc="0" dirty="0" err="1">
                <a:ln>
                  <a:noFill/>
                </a:ln>
                <a:solidFill>
                  <a:srgbClr val="417DA5"/>
                </a:solidFill>
                <a:latin typeface="Montserrat SemiBold"/>
                <a:ea typeface="+mn-ea"/>
                <a:cs typeface="Hind Light"/>
              </a:rPr>
              <a:t>Security</a:t>
            </a:r>
            <a:endParaRPr lang="sv-SE" sz="1400" b="1" i="0" u="none" strike="noStrike" cap="none" spc="0" dirty="0">
              <a:ln>
                <a:noFill/>
              </a:ln>
              <a:solidFill>
                <a:srgbClr val="417DA5"/>
              </a:solidFill>
              <a:latin typeface="Montserrat SemiBold"/>
              <a:ea typeface="+mn-ea"/>
              <a:cs typeface="Hind Ligh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sv-SE" sz="1200" b="0" i="0" u="none" strike="noStrike" cap="none" spc="0" dirty="0">
              <a:ln>
                <a:noFill/>
              </a:ln>
              <a:solidFill>
                <a:srgbClr val="323232">
                  <a:lumMod val="75000"/>
                  <a:lumOff val="25000"/>
                </a:srgbClr>
              </a:solidFill>
              <a:latin typeface="Montserrat ExtraLight"/>
              <a:ea typeface="+mn-ea"/>
              <a:cs typeface="Hind Ligh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1200" b="0" i="0" u="none" strike="noStrike" cap="none" spc="0" dirty="0" err="1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We</a:t>
            </a:r>
            <a:r>
              <a:rPr lang="sv-SE" sz="1200" b="0" i="0" u="none" strike="noStrike" cap="none" spc="0" dirty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 </a:t>
            </a:r>
            <a:r>
              <a:rPr lang="sv-SE" sz="1200" b="0" i="0" u="none" strike="noStrike" cap="none" spc="0" dirty="0" err="1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provide</a:t>
            </a:r>
            <a:r>
              <a:rPr lang="sv-SE" sz="1200" b="0" i="0" u="none" strike="noStrike" cap="none" spc="0" dirty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 a </a:t>
            </a:r>
            <a:r>
              <a:rPr lang="sv-SE" sz="1200" b="0" i="0" u="none" strike="noStrike" cap="none" spc="0" dirty="0" err="1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secure</a:t>
            </a:r>
            <a:r>
              <a:rPr lang="sv-SE" sz="1200" b="0" i="0" u="none" strike="noStrike" cap="none" spc="0" dirty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, GDPR-</a:t>
            </a:r>
            <a:r>
              <a:rPr lang="sv-SE" sz="1200" b="0" i="0" u="none" strike="noStrike" cap="none" spc="0" dirty="0" err="1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compliant</a:t>
            </a:r>
            <a:r>
              <a:rPr lang="sv-SE" sz="1200" b="0" i="0" u="none" strike="noStrike" cap="none" spc="0" dirty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 </a:t>
            </a:r>
            <a:r>
              <a:rPr lang="sv-SE" sz="1200" b="0" i="0" u="none" strike="noStrike" cap="none" spc="0" dirty="0" err="1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cloud</a:t>
            </a:r>
            <a:r>
              <a:rPr lang="sv-SE" sz="1200" b="0" i="0" u="none" strike="noStrike" cap="none" spc="0" dirty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 </a:t>
            </a:r>
            <a:r>
              <a:rPr lang="sv-SE" sz="1200" b="0" i="0" u="none" strike="noStrike" cap="none" spc="0" dirty="0" err="1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environment</a:t>
            </a:r>
            <a:r>
              <a:rPr lang="sv-SE" sz="1200" b="0" i="0" u="none" strike="noStrike" cap="none" spc="0" dirty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, </a:t>
            </a:r>
            <a:r>
              <a:rPr lang="sv-SE" sz="1200" b="0" i="0" u="none" strike="noStrike" cap="none" spc="0" dirty="0" err="1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ensuring</a:t>
            </a:r>
            <a:r>
              <a:rPr lang="sv-SE" sz="1200" b="0" i="0" u="none" strike="noStrike" cap="none" spc="0" dirty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 </a:t>
            </a:r>
            <a:r>
              <a:rPr lang="sv-SE" sz="1200" b="0" i="0" u="none" strike="noStrike" cap="none" spc="0" dirty="0" err="1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businesses</a:t>
            </a:r>
            <a:r>
              <a:rPr lang="sv-SE" sz="1200" b="0" i="0" u="none" strike="noStrike" cap="none" spc="0" dirty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 </a:t>
            </a:r>
            <a:r>
              <a:rPr lang="sv-SE" sz="1200" b="0" i="0" u="none" strike="noStrike" cap="none" spc="0" dirty="0" err="1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confidently</a:t>
            </a:r>
            <a:r>
              <a:rPr lang="sv-SE" sz="1200" b="0" i="0" u="none" strike="noStrike" cap="none" spc="0" dirty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 </a:t>
            </a:r>
            <a:r>
              <a:rPr lang="sv-SE" sz="1200" b="0" i="0" u="none" strike="noStrike" cap="none" spc="0" dirty="0" err="1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leverage</a:t>
            </a:r>
            <a:r>
              <a:rPr lang="sv-SE" sz="1200" b="0" i="0" u="none" strike="noStrike" cap="none" spc="0" dirty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 </a:t>
            </a:r>
            <a:r>
              <a:rPr lang="sv-SE" sz="1200" b="0" i="0" u="none" strike="noStrike" cap="none" spc="0" dirty="0" err="1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technology</a:t>
            </a:r>
            <a:r>
              <a:rPr lang="sv-SE" sz="1200" b="0" i="0" u="none" strike="noStrike" cap="none" spc="0" dirty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 </a:t>
            </a:r>
            <a:r>
              <a:rPr lang="sv-SE" sz="1200" b="0" i="0" u="none" strike="noStrike" cap="none" spc="0" dirty="0" err="1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with</a:t>
            </a:r>
            <a:r>
              <a:rPr lang="sv-SE" sz="1200" b="0" i="0" u="none" strike="noStrike" cap="none" spc="0" dirty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 </a:t>
            </a:r>
            <a:r>
              <a:rPr lang="sv-SE" sz="1200" b="0" i="0" u="none" strike="noStrike" cap="none" spc="0" dirty="0" err="1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advanced</a:t>
            </a:r>
            <a:r>
              <a:rPr lang="sv-SE" sz="1200" b="0" i="0" u="none" strike="noStrike" cap="none" spc="0" dirty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 data </a:t>
            </a:r>
            <a:r>
              <a:rPr lang="sv-SE" sz="1200" b="0" i="0" u="none" strike="noStrike" cap="none" spc="0" dirty="0" err="1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protection</a:t>
            </a:r>
            <a:r>
              <a:rPr lang="sv-SE" sz="1200" b="0" i="0" u="none" strike="noStrike" cap="none" spc="0" dirty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 </a:t>
            </a:r>
            <a:r>
              <a:rPr lang="sv-SE" sz="1200" b="0" i="0" u="none" strike="noStrike" cap="none" spc="0" dirty="0" err="1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measures</a:t>
            </a:r>
            <a:r>
              <a:rPr lang="sv-SE" sz="1200" b="0" i="0" u="none" strike="noStrike" cap="none" spc="0" dirty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.</a:t>
            </a:r>
            <a:endParaRPr lang="sv-SE" sz="1400" b="0" i="0" u="none" strike="noStrike" cap="none" spc="0" dirty="0">
              <a:ln>
                <a:noFill/>
              </a:ln>
              <a:solidFill>
                <a:srgbClr val="323232">
                  <a:lumMod val="75000"/>
                  <a:lumOff val="25000"/>
                </a:srgbClr>
              </a:solidFill>
              <a:latin typeface="Montserrat ExtraLight"/>
              <a:ea typeface="+mn-ea"/>
              <a:cs typeface="Hind Light"/>
            </a:endParaRPr>
          </a:p>
        </p:txBody>
      </p:sp>
      <p:sp>
        <p:nvSpPr>
          <p:cNvPr id="7" name="Rektangel med rundade hörn 13">
            <a:extLst>
              <a:ext uri="{FF2B5EF4-FFF2-40B4-BE49-F238E27FC236}">
                <a16:creationId xmlns:a16="http://schemas.microsoft.com/office/drawing/2014/main" id="{E2D83FF9-9580-787C-7FC2-1CFBCAF90A15}"/>
              </a:ext>
            </a:extLst>
          </p:cNvPr>
          <p:cNvSpPr/>
          <p:nvPr/>
        </p:nvSpPr>
        <p:spPr bwMode="auto">
          <a:xfrm>
            <a:off x="4363778" y="2820867"/>
            <a:ext cx="3420977" cy="3101467"/>
          </a:xfrm>
          <a:prstGeom prst="roundRect">
            <a:avLst>
              <a:gd name="adj" fmla="val 7255"/>
            </a:avLst>
          </a:prstGeom>
          <a:solidFill>
            <a:srgbClr val="FFFFFF"/>
          </a:solidFill>
          <a:ln w="6350">
            <a:gradFill>
              <a:gsLst>
                <a:gs pos="0">
                  <a:schemeClr val="tx1">
                    <a:lumMod val="10000"/>
                    <a:lumOff val="90000"/>
                  </a:schemeClr>
                </a:gs>
                <a:gs pos="100000">
                  <a:schemeClr val="tx1">
                    <a:lumMod val="10000"/>
                    <a:lumOff val="90000"/>
                    <a:alpha val="0"/>
                  </a:schemeClr>
                </a:gs>
              </a:gsLst>
              <a:lin ang="2700000" scaled="0"/>
            </a:gradFill>
          </a:ln>
          <a:effectLst>
            <a:outerShdw blurRad="38100" dist="25400" dir="402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648000" rIns="251999" bIns="0" rtlCol="0" anchor="t" anchorCtr="0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1400" b="1" i="0" u="none" strike="noStrike" cap="none" spc="0">
                <a:ln>
                  <a:noFill/>
                </a:ln>
                <a:solidFill>
                  <a:srgbClr val="32CD32"/>
                </a:solidFill>
                <a:latin typeface="Montserrat SemiBold"/>
                <a:ea typeface="+mn-ea"/>
                <a:cs typeface="Hind Light"/>
              </a:rPr>
              <a:t>Openness and Interoperability</a:t>
            </a: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sv-SE" sz="1200" b="0" i="0" u="none" strike="noStrike" cap="none" spc="0">
              <a:ln>
                <a:noFill/>
              </a:ln>
              <a:solidFill>
                <a:srgbClr val="323232">
                  <a:lumMod val="75000"/>
                  <a:lumOff val="25000"/>
                </a:srgbClr>
              </a:solidFill>
              <a:latin typeface="Montserrat ExtraLight"/>
              <a:ea typeface="+mn-ea"/>
              <a:cs typeface="Hind Ligh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1200" b="0" i="0" u="none" strike="noStrike" cap="none" spc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 ExtraLight"/>
                <a:ea typeface="+mn-ea"/>
                <a:cs typeface="Hind Light"/>
              </a:rPr>
              <a:t>We champion open standards and collaborative tech, offering open-source-based cloud services with standard APIs to promote innovation and prevent vendor lock-in..</a:t>
            </a:r>
          </a:p>
        </p:txBody>
      </p:sp>
      <p:sp>
        <p:nvSpPr>
          <p:cNvPr id="8" name="Ellips 8">
            <a:extLst>
              <a:ext uri="{FF2B5EF4-FFF2-40B4-BE49-F238E27FC236}">
                <a16:creationId xmlns:a16="http://schemas.microsoft.com/office/drawing/2014/main" id="{B1B523EE-4EFB-2717-9108-3396484D2C14}"/>
              </a:ext>
            </a:extLst>
          </p:cNvPr>
          <p:cNvSpPr/>
          <p:nvPr/>
        </p:nvSpPr>
        <p:spPr bwMode="auto">
          <a:xfrm>
            <a:off x="2003090" y="2236913"/>
            <a:ext cx="1129005" cy="112900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gradFill>
              <a:gsLst>
                <a:gs pos="0">
                  <a:schemeClr val="tx1">
                    <a:lumMod val="10000"/>
                    <a:lumOff val="90000"/>
                  </a:schemeClr>
                </a:gs>
                <a:gs pos="100000">
                  <a:schemeClr val="tx1">
                    <a:lumMod val="10000"/>
                    <a:lumOff val="90000"/>
                    <a:alpha val="0"/>
                  </a:schemeClr>
                </a:gs>
              </a:gsLst>
              <a:lin ang="2700000" scaled="0"/>
            </a:gradFill>
          </a:ln>
          <a:effectLst>
            <a:outerShdw blurRad="38100" dist="25400" dir="402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marL="0" marR="0"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sv-SE" sz="1050" b="0" i="0" u="none" strike="noStrike" cap="none" spc="0">
              <a:ln>
                <a:noFill/>
              </a:ln>
              <a:solidFill>
                <a:srgbClr val="323232">
                  <a:lumMod val="75000"/>
                  <a:lumOff val="25000"/>
                </a:srgbClr>
              </a:solidFill>
              <a:latin typeface="Montserrat"/>
              <a:ea typeface="+mn-ea"/>
              <a:cs typeface="Arial"/>
            </a:endParaRPr>
          </a:p>
        </p:txBody>
      </p:sp>
      <p:pic>
        <p:nvPicPr>
          <p:cNvPr id="9" name="Bild 23">
            <a:extLst>
              <a:ext uri="{FF2B5EF4-FFF2-40B4-BE49-F238E27FC236}">
                <a16:creationId xmlns:a16="http://schemas.microsoft.com/office/drawing/2014/main" id="{CF2D296D-6DFD-EA6D-5D43-0C2056C0D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286716" y="2520539"/>
            <a:ext cx="561753" cy="561753"/>
          </a:xfrm>
          <a:prstGeom prst="rect">
            <a:avLst/>
          </a:prstGeom>
        </p:spPr>
      </p:pic>
      <p:grpSp>
        <p:nvGrpSpPr>
          <p:cNvPr id="10" name="Grupp 12">
            <a:extLst>
              <a:ext uri="{FF2B5EF4-FFF2-40B4-BE49-F238E27FC236}">
                <a16:creationId xmlns:a16="http://schemas.microsoft.com/office/drawing/2014/main" id="{E8D96BA7-F306-BD77-3165-7554E0F95575}"/>
              </a:ext>
            </a:extLst>
          </p:cNvPr>
          <p:cNvGrpSpPr/>
          <p:nvPr/>
        </p:nvGrpSpPr>
        <p:grpSpPr bwMode="auto">
          <a:xfrm>
            <a:off x="5509764" y="2243757"/>
            <a:ext cx="1129005" cy="1129005"/>
            <a:chOff x="4232439" y="2243757"/>
            <a:chExt cx="1129005" cy="1129005"/>
          </a:xfrm>
        </p:grpSpPr>
        <p:sp>
          <p:nvSpPr>
            <p:cNvPr id="11" name="Ellips 7">
              <a:extLst>
                <a:ext uri="{FF2B5EF4-FFF2-40B4-BE49-F238E27FC236}">
                  <a16:creationId xmlns:a16="http://schemas.microsoft.com/office/drawing/2014/main" id="{97AE7775-9ECC-661F-52BF-6076CCAB0CDF}"/>
                </a:ext>
              </a:extLst>
            </p:cNvPr>
            <p:cNvSpPr/>
            <p:nvPr/>
          </p:nvSpPr>
          <p:spPr bwMode="auto">
            <a:xfrm>
              <a:off x="4232439" y="2243757"/>
              <a:ext cx="1129005" cy="112900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gradFill>
                <a:gsLst>
                  <a:gs pos="0">
                    <a:schemeClr val="tx1">
                      <a:lumMod val="10000"/>
                      <a:lumOff val="90000"/>
                    </a:schemeClr>
                  </a:gs>
                  <a:gs pos="100000">
                    <a:schemeClr val="tx1">
                      <a:lumMod val="10000"/>
                      <a:lumOff val="90000"/>
                      <a:alpha val="0"/>
                    </a:schemeClr>
                  </a:gs>
                </a:gsLst>
                <a:lin ang="2700000" scaled="0"/>
              </a:gradFill>
            </a:ln>
            <a:effectLst>
              <a:outerShdw blurRad="38100" dist="25400" dir="402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0" rIns="360000" bIns="360000" rtlCol="0" anchor="t"/>
            <a:lstStyle/>
            <a:p>
              <a:pPr marL="0" marR="0" lvl="0" indent="0" algn="l" defTabSz="9144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sv-SE" sz="1050" b="0" i="0" u="none" strike="noStrike" cap="none" spc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"/>
                <a:ea typeface="+mn-ea"/>
                <a:cs typeface="Arial"/>
              </a:endParaRPr>
            </a:p>
          </p:txBody>
        </p:sp>
        <p:pic>
          <p:nvPicPr>
            <p:cNvPr id="12" name="Bild 25">
              <a:extLst>
                <a:ext uri="{FF2B5EF4-FFF2-40B4-BE49-F238E27FC236}">
                  <a16:creationId xmlns:a16="http://schemas.microsoft.com/office/drawing/2014/main" id="{3B35A85E-9FD0-657E-818D-A3C6DE3BE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4535208" y="2563024"/>
              <a:ext cx="523466" cy="465304"/>
            </a:xfrm>
            <a:prstGeom prst="rect">
              <a:avLst/>
            </a:prstGeom>
          </p:spPr>
        </p:pic>
      </p:grpSp>
      <p:grpSp>
        <p:nvGrpSpPr>
          <p:cNvPr id="13" name="Grupp 11">
            <a:extLst>
              <a:ext uri="{FF2B5EF4-FFF2-40B4-BE49-F238E27FC236}">
                <a16:creationId xmlns:a16="http://schemas.microsoft.com/office/drawing/2014/main" id="{6E2B6DA3-6E54-2659-F0EB-E02401BDF3E5}"/>
              </a:ext>
            </a:extLst>
          </p:cNvPr>
          <p:cNvGrpSpPr/>
          <p:nvPr/>
        </p:nvGrpSpPr>
        <p:grpSpPr bwMode="auto">
          <a:xfrm>
            <a:off x="9018772" y="2196164"/>
            <a:ext cx="1129005" cy="1129005"/>
            <a:chOff x="6872631" y="2196164"/>
            <a:chExt cx="1129005" cy="1129005"/>
          </a:xfrm>
        </p:grpSpPr>
        <p:sp>
          <p:nvSpPr>
            <p:cNvPr id="14" name="Ellips 6">
              <a:extLst>
                <a:ext uri="{FF2B5EF4-FFF2-40B4-BE49-F238E27FC236}">
                  <a16:creationId xmlns:a16="http://schemas.microsoft.com/office/drawing/2014/main" id="{C6F40C17-A5EF-E497-09C7-54C92B8E252C}"/>
                </a:ext>
              </a:extLst>
            </p:cNvPr>
            <p:cNvSpPr/>
            <p:nvPr/>
          </p:nvSpPr>
          <p:spPr bwMode="auto">
            <a:xfrm>
              <a:off x="6872631" y="2196164"/>
              <a:ext cx="1129005" cy="1129005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gradFill>
                <a:gsLst>
                  <a:gs pos="0">
                    <a:schemeClr val="tx1">
                      <a:lumMod val="10000"/>
                      <a:lumOff val="90000"/>
                    </a:schemeClr>
                  </a:gs>
                  <a:gs pos="100000">
                    <a:schemeClr val="tx1">
                      <a:lumMod val="10000"/>
                      <a:lumOff val="90000"/>
                      <a:alpha val="0"/>
                    </a:schemeClr>
                  </a:gs>
                </a:gsLst>
                <a:lin ang="2700000" scaled="0"/>
              </a:gradFill>
            </a:ln>
            <a:effectLst>
              <a:outerShdw blurRad="38100" dist="25400" dir="402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0" rIns="360000" bIns="360000" rtlCol="0" anchor="t"/>
            <a:lstStyle/>
            <a:p>
              <a:pPr marL="0" marR="0" lvl="0" indent="0" algn="l" defTabSz="9144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sv-SE" sz="1050" b="0" i="0" u="none" strike="noStrike" cap="none" spc="0">
                <a:ln>
                  <a:noFill/>
                </a:ln>
                <a:solidFill>
                  <a:srgbClr val="323232">
                    <a:lumMod val="75000"/>
                    <a:lumOff val="25000"/>
                  </a:srgbClr>
                </a:solidFill>
                <a:latin typeface="Montserrat"/>
                <a:ea typeface="+mn-ea"/>
                <a:cs typeface="Arial"/>
              </a:endParaRPr>
            </a:p>
          </p:txBody>
        </p:sp>
        <p:pic>
          <p:nvPicPr>
            <p:cNvPr id="15" name="Bild 27">
              <a:extLst>
                <a:ext uri="{FF2B5EF4-FFF2-40B4-BE49-F238E27FC236}">
                  <a16:creationId xmlns:a16="http://schemas.microsoft.com/office/drawing/2014/main" id="{ED93A681-F939-AA2A-C3C1-69CF3F6E8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>
              <a:off x="7168475" y="2536512"/>
              <a:ext cx="533804" cy="4270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2314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CDAB44E-6742-F336-8616-00AEF274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Icons and small text (2x3 or 1x3)</a:t>
            </a:r>
          </a:p>
        </p:txBody>
      </p:sp>
      <p:pic>
        <p:nvPicPr>
          <p:cNvPr id="3" name="Bildobjekt 8">
            <a:extLst>
              <a:ext uri="{FF2B5EF4-FFF2-40B4-BE49-F238E27FC236}">
                <a16:creationId xmlns:a16="http://schemas.microsoft.com/office/drawing/2014/main" id="{3942DC65-1788-D6CB-6277-E95706147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799225" y="2569270"/>
            <a:ext cx="4593551" cy="2965456"/>
          </a:xfrm>
          <a:prstGeom prst="roundRect">
            <a:avLst>
              <a:gd name="adj" fmla="val 6457"/>
            </a:avLst>
          </a:prstGeom>
          <a:ln w="0"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62027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9A5473E-C38A-AB32-BC6A-B7F5924C5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Waterfall graphics</a:t>
            </a:r>
          </a:p>
        </p:txBody>
      </p:sp>
      <p:sp>
        <p:nvSpPr>
          <p:cNvPr id="3" name="Rektangel med rundade hörn på samma sida 13">
            <a:extLst>
              <a:ext uri="{FF2B5EF4-FFF2-40B4-BE49-F238E27FC236}">
                <a16:creationId xmlns:a16="http://schemas.microsoft.com/office/drawing/2014/main" id="{DFC877EE-CCEB-9F27-1C81-08075353EA6F}"/>
              </a:ext>
            </a:extLst>
          </p:cNvPr>
          <p:cNvSpPr/>
          <p:nvPr/>
        </p:nvSpPr>
        <p:spPr bwMode="auto">
          <a:xfrm rot="16199998">
            <a:off x="9079873" y="3756794"/>
            <a:ext cx="926824" cy="3923348"/>
          </a:xfrm>
          <a:prstGeom prst="round2SameRect">
            <a:avLst>
              <a:gd name="adj1" fmla="val 16667"/>
              <a:gd name="adj2" fmla="val 14167"/>
            </a:avLst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prstClr val="black">
                <a:alpha val="17878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1080000" rIns="108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000" b="1" dirty="0">
                <a:solidFill>
                  <a:schemeClr val="accent3"/>
                </a:solidFill>
                <a:latin typeface="Montserrat SemiBold"/>
              </a:rPr>
              <a:t>Weekly meeting </a:t>
            </a:r>
            <a:endParaRPr lang="en-GB" sz="1000" b="0" i="0" u="none" strike="noStrike" cap="none" spc="0" dirty="0">
              <a:ln>
                <a:noFill/>
              </a:ln>
              <a:solidFill>
                <a:srgbClr val="323232">
                  <a:lumMod val="90000"/>
                  <a:lumOff val="10000"/>
                </a:srgbClr>
              </a:solidFill>
              <a:latin typeface="Montserrat Light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000" dirty="0">
                <a:solidFill>
                  <a:srgbClr val="323232">
                    <a:lumMod val="90000"/>
                    <a:lumOff val="10000"/>
                  </a:srgbClr>
                </a:solidFill>
                <a:latin typeface="Montserrat Light"/>
              </a:rPr>
              <a:t>Follow up and calibration in weekly sales meeting</a:t>
            </a:r>
            <a:endParaRPr lang="en-GB" dirty="0"/>
          </a:p>
        </p:txBody>
      </p:sp>
      <p:sp>
        <p:nvSpPr>
          <p:cNvPr id="4" name="Rektangel med rundade hörn på samma sida 14">
            <a:extLst>
              <a:ext uri="{FF2B5EF4-FFF2-40B4-BE49-F238E27FC236}">
                <a16:creationId xmlns:a16="http://schemas.microsoft.com/office/drawing/2014/main" id="{04F96509-95EB-153C-915D-B49B93EAB1B7}"/>
              </a:ext>
            </a:extLst>
          </p:cNvPr>
          <p:cNvSpPr/>
          <p:nvPr/>
        </p:nvSpPr>
        <p:spPr bwMode="auto">
          <a:xfrm rot="16199998">
            <a:off x="7552138" y="5284529"/>
            <a:ext cx="926824" cy="867878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1800" b="0" i="0" u="none" strike="noStrike" cap="none" spc="0">
              <a:ln>
                <a:noFill/>
              </a:ln>
              <a:solidFill>
                <a:srgbClr val="FAFEF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Rektangel med rundade hörn på samma sida 4">
            <a:extLst>
              <a:ext uri="{FF2B5EF4-FFF2-40B4-BE49-F238E27FC236}">
                <a16:creationId xmlns:a16="http://schemas.microsoft.com/office/drawing/2014/main" id="{7496AD8A-6E0D-F21A-FE9C-3E014D5F969F}"/>
              </a:ext>
            </a:extLst>
          </p:cNvPr>
          <p:cNvSpPr/>
          <p:nvPr/>
        </p:nvSpPr>
        <p:spPr bwMode="auto">
          <a:xfrm rot="16199998">
            <a:off x="6806028" y="2674520"/>
            <a:ext cx="926824" cy="3923348"/>
          </a:xfrm>
          <a:prstGeom prst="round2SameRect">
            <a:avLst>
              <a:gd name="adj1" fmla="val 16667"/>
              <a:gd name="adj2" fmla="val 14167"/>
            </a:avLst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prstClr val="black">
                <a:alpha val="17878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1080000" rIns="108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000" b="1" dirty="0">
                <a:solidFill>
                  <a:schemeClr val="accent3"/>
                </a:solidFill>
                <a:latin typeface="Montserrat SemiBold"/>
              </a:rPr>
              <a:t>Monthly project plan</a:t>
            </a:r>
            <a:endParaRPr lang="en-GB" sz="1000" b="0" i="0" u="none" strike="noStrike" cap="none" spc="0" dirty="0">
              <a:ln>
                <a:noFill/>
              </a:ln>
              <a:solidFill>
                <a:srgbClr val="323232">
                  <a:lumMod val="90000"/>
                  <a:lumOff val="10000"/>
                </a:srgbClr>
              </a:solidFill>
              <a:latin typeface="Montserrat Light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000" dirty="0">
                <a:solidFill>
                  <a:srgbClr val="323232">
                    <a:lumMod val="90000"/>
                    <a:lumOff val="10000"/>
                  </a:srgbClr>
                </a:solidFill>
                <a:latin typeface="Montserrat Light"/>
              </a:rPr>
              <a:t>Sales plans including campaigns for selected markets.</a:t>
            </a:r>
            <a:endParaRPr lang="en-GB" dirty="0"/>
          </a:p>
        </p:txBody>
      </p:sp>
      <p:sp>
        <p:nvSpPr>
          <p:cNvPr id="6" name="Rektangel med rundade hörn på samma sida 5">
            <a:extLst>
              <a:ext uri="{FF2B5EF4-FFF2-40B4-BE49-F238E27FC236}">
                <a16:creationId xmlns:a16="http://schemas.microsoft.com/office/drawing/2014/main" id="{32031394-7F79-79A1-8B89-F63501768554}"/>
              </a:ext>
            </a:extLst>
          </p:cNvPr>
          <p:cNvSpPr/>
          <p:nvPr/>
        </p:nvSpPr>
        <p:spPr bwMode="auto">
          <a:xfrm rot="16199998">
            <a:off x="5278293" y="4202255"/>
            <a:ext cx="926824" cy="867878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1800" b="0" i="0" u="none" strike="noStrike" cap="none" spc="0">
              <a:ln>
                <a:noFill/>
              </a:ln>
              <a:solidFill>
                <a:srgbClr val="FAFEF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7" name="Rektangel med rundade hörn på samma sida 6">
            <a:extLst>
              <a:ext uri="{FF2B5EF4-FFF2-40B4-BE49-F238E27FC236}">
                <a16:creationId xmlns:a16="http://schemas.microsoft.com/office/drawing/2014/main" id="{88877891-8D6A-02A9-7DA5-D2364C087918}"/>
              </a:ext>
            </a:extLst>
          </p:cNvPr>
          <p:cNvSpPr/>
          <p:nvPr/>
        </p:nvSpPr>
        <p:spPr bwMode="auto">
          <a:xfrm rot="16199998">
            <a:off x="4532183" y="1592247"/>
            <a:ext cx="926824" cy="3923348"/>
          </a:xfrm>
          <a:prstGeom prst="round2SameRect">
            <a:avLst>
              <a:gd name="adj1" fmla="val 16667"/>
              <a:gd name="adj2" fmla="val 14167"/>
            </a:avLst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prstClr val="black">
                <a:alpha val="17878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1080000" rIns="108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000" b="1" dirty="0">
                <a:solidFill>
                  <a:schemeClr val="accent3"/>
                </a:solidFill>
                <a:latin typeface="Montserrat SemiBold"/>
              </a:rPr>
              <a:t>Quarterly Sales plans</a:t>
            </a:r>
            <a:r>
              <a:rPr lang="en-GB" sz="1000" b="0" i="0" u="none" strike="noStrike" cap="none" spc="0" dirty="0">
                <a:ln>
                  <a:noFill/>
                </a:ln>
                <a:solidFill>
                  <a:srgbClr val="323232">
                    <a:lumMod val="90000"/>
                    <a:lumOff val="10000"/>
                  </a:srgbClr>
                </a:solidFill>
                <a:latin typeface="Montserrat Light"/>
                <a:ea typeface="+mn-ea"/>
                <a:cs typeface="+mn-cs"/>
              </a:rPr>
              <a:t> 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000" b="0" i="0" u="none" strike="noStrike" cap="none" spc="0" dirty="0">
                <a:ln>
                  <a:noFill/>
                </a:ln>
                <a:solidFill>
                  <a:srgbClr val="323232">
                    <a:lumMod val="90000"/>
                    <a:lumOff val="10000"/>
                  </a:srgbClr>
                </a:solidFill>
                <a:latin typeface="Montserrat Light"/>
                <a:ea typeface="+mn-ea"/>
                <a:cs typeface="+mn-cs"/>
              </a:rPr>
              <a:t>Target markets, activities</a:t>
            </a:r>
            <a:endParaRPr lang="en-GB" dirty="0"/>
          </a:p>
        </p:txBody>
      </p:sp>
      <p:sp>
        <p:nvSpPr>
          <p:cNvPr id="8" name="Rektangel med rundade hörn på samma sida 7">
            <a:extLst>
              <a:ext uri="{FF2B5EF4-FFF2-40B4-BE49-F238E27FC236}">
                <a16:creationId xmlns:a16="http://schemas.microsoft.com/office/drawing/2014/main" id="{895421D6-7688-7A7E-E2D0-4E064CFCDFF0}"/>
              </a:ext>
            </a:extLst>
          </p:cNvPr>
          <p:cNvSpPr/>
          <p:nvPr/>
        </p:nvSpPr>
        <p:spPr bwMode="auto">
          <a:xfrm rot="16199998">
            <a:off x="3004448" y="3119982"/>
            <a:ext cx="926824" cy="867878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1800" b="0" i="0" u="none" strike="noStrike" cap="none" spc="0">
              <a:ln>
                <a:noFill/>
              </a:ln>
              <a:solidFill>
                <a:srgbClr val="FAFEF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" name="Rektangel med rundade hörn på samma sida 8">
            <a:extLst>
              <a:ext uri="{FF2B5EF4-FFF2-40B4-BE49-F238E27FC236}">
                <a16:creationId xmlns:a16="http://schemas.microsoft.com/office/drawing/2014/main" id="{7981AA0F-009B-071D-E3D6-24BFA5CD3441}"/>
              </a:ext>
            </a:extLst>
          </p:cNvPr>
          <p:cNvSpPr/>
          <p:nvPr/>
        </p:nvSpPr>
        <p:spPr bwMode="auto">
          <a:xfrm rot="16199998">
            <a:off x="2258338" y="509974"/>
            <a:ext cx="926824" cy="3923348"/>
          </a:xfrm>
          <a:prstGeom prst="round2SameRect">
            <a:avLst>
              <a:gd name="adj1" fmla="val 16667"/>
              <a:gd name="adj2" fmla="val 14167"/>
            </a:avLst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prstClr val="black">
                <a:alpha val="17878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1080000" rIns="108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000" b="1" i="0" u="none" strike="noStrike" cap="none" spc="0" dirty="0">
                <a:ln>
                  <a:noFill/>
                </a:ln>
                <a:solidFill>
                  <a:schemeClr val="accent3"/>
                </a:solidFill>
                <a:latin typeface="Montserrat SemiBold"/>
                <a:ea typeface="+mn-ea"/>
                <a:cs typeface="+mn-cs"/>
              </a:rPr>
              <a:t>Board-Strategy meeting </a:t>
            </a:r>
            <a:endParaRPr lang="en-GB" sz="1000" b="0" i="0" u="none" strike="noStrike" cap="none" spc="0" dirty="0">
              <a:ln>
                <a:noFill/>
              </a:ln>
              <a:solidFill>
                <a:srgbClr val="323232">
                  <a:lumMod val="90000"/>
                  <a:lumOff val="10000"/>
                </a:srgbClr>
              </a:solidFill>
              <a:latin typeface="Montserrat Light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000" b="0" i="0" u="none" strike="noStrike" cap="none" spc="0" dirty="0">
                <a:ln>
                  <a:noFill/>
                </a:ln>
                <a:solidFill>
                  <a:srgbClr val="323232">
                    <a:lumMod val="90000"/>
                    <a:lumOff val="10000"/>
                  </a:srgbClr>
                </a:solidFill>
                <a:latin typeface="Montserrat Light"/>
                <a:ea typeface="+mn-ea"/>
                <a:cs typeface="+mn-cs"/>
              </a:rPr>
              <a:t>Every six months. Outcome is strategic plan for addressing market. Output Goto market plan, sales strategy doc. </a:t>
            </a:r>
            <a:endParaRPr lang="en-GB" dirty="0"/>
          </a:p>
        </p:txBody>
      </p:sp>
      <p:sp>
        <p:nvSpPr>
          <p:cNvPr id="10" name="Rektangel med rundade hörn på samma sida 9">
            <a:extLst>
              <a:ext uri="{FF2B5EF4-FFF2-40B4-BE49-F238E27FC236}">
                <a16:creationId xmlns:a16="http://schemas.microsoft.com/office/drawing/2014/main" id="{B417F01D-440C-88A6-C357-C825806E37FE}"/>
              </a:ext>
            </a:extLst>
          </p:cNvPr>
          <p:cNvSpPr/>
          <p:nvPr/>
        </p:nvSpPr>
        <p:spPr bwMode="auto">
          <a:xfrm rot="16199998">
            <a:off x="730603" y="2037709"/>
            <a:ext cx="926824" cy="867878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u="none" strike="noStrike" cap="none" spc="0">
              <a:ln>
                <a:noFill/>
              </a:ln>
              <a:solidFill>
                <a:srgbClr val="FAFEFE"/>
              </a:solidFill>
              <a:latin typeface="Calibri"/>
            </a:endParaRPr>
          </a:p>
        </p:txBody>
      </p:sp>
      <p:cxnSp>
        <p:nvCxnSpPr>
          <p:cNvPr id="11" name="Kurva 10">
            <a:extLst>
              <a:ext uri="{FF2B5EF4-FFF2-40B4-BE49-F238E27FC236}">
                <a16:creationId xmlns:a16="http://schemas.microsoft.com/office/drawing/2014/main" id="{1A29598F-4E0D-5E11-E377-6C023455003E}"/>
              </a:ext>
            </a:extLst>
          </p:cNvPr>
          <p:cNvCxnSpPr>
            <a:cxnSpLocks/>
            <a:stCxn id="10" idx="2"/>
            <a:endCxn id="8" idx="3"/>
          </p:cNvCxnSpPr>
          <p:nvPr/>
        </p:nvCxnSpPr>
        <p:spPr>
          <a:xfrm rot="16200000" flipH="1">
            <a:off x="1804538" y="2324537"/>
            <a:ext cx="618861" cy="1839906"/>
          </a:xfrm>
          <a:prstGeom prst="curvedConnector2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Kurva 11">
            <a:extLst>
              <a:ext uri="{FF2B5EF4-FFF2-40B4-BE49-F238E27FC236}">
                <a16:creationId xmlns:a16="http://schemas.microsoft.com/office/drawing/2014/main" id="{BF447EBD-89EA-1C22-D047-D47407E08633}"/>
              </a:ext>
            </a:extLst>
          </p:cNvPr>
          <p:cNvCxnSpPr>
            <a:cxnSpLocks/>
            <a:stCxn id="8" idx="2"/>
            <a:endCxn id="6" idx="3"/>
          </p:cNvCxnSpPr>
          <p:nvPr/>
        </p:nvCxnSpPr>
        <p:spPr>
          <a:xfrm rot="16200000" flipH="1">
            <a:off x="4078383" y="3406810"/>
            <a:ext cx="618861" cy="1839906"/>
          </a:xfrm>
          <a:prstGeom prst="curvedConnector2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Kurva 12">
            <a:extLst>
              <a:ext uri="{FF2B5EF4-FFF2-40B4-BE49-F238E27FC236}">
                <a16:creationId xmlns:a16="http://schemas.microsoft.com/office/drawing/2014/main" id="{ED03C3BC-36D2-9498-0874-319FC1386EC5}"/>
              </a:ext>
            </a:extLst>
          </p:cNvPr>
          <p:cNvCxnSpPr>
            <a:cxnSpLocks/>
            <a:stCxn id="6" idx="2"/>
            <a:endCxn id="4" idx="3"/>
          </p:cNvCxnSpPr>
          <p:nvPr/>
        </p:nvCxnSpPr>
        <p:spPr>
          <a:xfrm rot="16200000" flipH="1">
            <a:off x="6352227" y="4489084"/>
            <a:ext cx="618862" cy="1839906"/>
          </a:xfrm>
          <a:prstGeom prst="curvedConnector2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Bild 13">
            <a:extLst>
              <a:ext uri="{FF2B5EF4-FFF2-40B4-BE49-F238E27FC236}">
                <a16:creationId xmlns:a16="http://schemas.microsoft.com/office/drawing/2014/main" id="{05DDF9FC-66CC-80FA-68E0-D2C9B39D92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29385" y="5569536"/>
            <a:ext cx="372330" cy="297864"/>
          </a:xfrm>
          <a:prstGeom prst="rect">
            <a:avLst/>
          </a:prstGeom>
        </p:spPr>
      </p:pic>
      <p:pic>
        <p:nvPicPr>
          <p:cNvPr id="15" name="Bild 14">
            <a:extLst>
              <a:ext uri="{FF2B5EF4-FFF2-40B4-BE49-F238E27FC236}">
                <a16:creationId xmlns:a16="http://schemas.microsoft.com/office/drawing/2014/main" id="{63B86305-60C3-68EF-0D2C-E6F4C6E8D0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9821" y="4485469"/>
            <a:ext cx="263769" cy="301450"/>
          </a:xfrm>
          <a:prstGeom prst="rect">
            <a:avLst/>
          </a:prstGeom>
        </p:spPr>
      </p:pic>
      <p:pic>
        <p:nvPicPr>
          <p:cNvPr id="16" name="Bild 15">
            <a:extLst>
              <a:ext uri="{FF2B5EF4-FFF2-40B4-BE49-F238E27FC236}">
                <a16:creationId xmlns:a16="http://schemas.microsoft.com/office/drawing/2014/main" id="{5DDE8405-27AD-39A0-C5C7-257D223809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1568" y="3387629"/>
            <a:ext cx="332586" cy="332586"/>
          </a:xfrm>
          <a:prstGeom prst="rect">
            <a:avLst/>
          </a:prstGeom>
        </p:spPr>
      </p:pic>
      <p:pic>
        <p:nvPicPr>
          <p:cNvPr id="17" name="Bild 16">
            <a:extLst>
              <a:ext uri="{FF2B5EF4-FFF2-40B4-BE49-F238E27FC236}">
                <a16:creationId xmlns:a16="http://schemas.microsoft.com/office/drawing/2014/main" id="{2E0E7610-DA51-9734-D994-86283AEB36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9892" y="2307525"/>
            <a:ext cx="328246" cy="32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84734"/>
      </p:ext>
    </p:extLst>
  </p:cSld>
  <p:clrMapOvr>
    <a:masterClrMapping/>
  </p:clrMapOvr>
</p:sld>
</file>

<file path=ppt/theme/theme1.xml><?xml version="1.0" encoding="utf-8"?>
<a:theme xmlns:a="http://schemas.openxmlformats.org/drawingml/2006/main" name="Safespring">
  <a:themeElements>
    <a:clrScheme name="Safespring">
      <a:dk1>
        <a:srgbClr val="323232"/>
      </a:dk1>
      <a:lt1>
        <a:srgbClr val="FAFEFE"/>
      </a:lt1>
      <a:dk2>
        <a:srgbClr val="195F8C"/>
      </a:dk2>
      <a:lt2>
        <a:srgbClr val="E8EFF3"/>
      </a:lt2>
      <a:accent1>
        <a:srgbClr val="195F8C"/>
      </a:accent1>
      <a:accent2>
        <a:srgbClr val="417DA5"/>
      </a:accent2>
      <a:accent3>
        <a:srgbClr val="3C9BCD"/>
      </a:accent3>
      <a:accent4>
        <a:srgbClr val="32CD32"/>
      </a:accent4>
      <a:accent5>
        <a:srgbClr val="19F064"/>
      </a:accent5>
      <a:accent6>
        <a:srgbClr val="FA690F"/>
      </a:accent6>
      <a:hlink>
        <a:srgbClr val="FA690F"/>
      </a:hlink>
      <a:folHlink>
        <a:srgbClr val="FA690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sz="1000" b="1" i="0" dirty="0">
            <a:solidFill>
              <a:schemeClr val="accent1"/>
            </a:solidFill>
            <a:latin typeface="Montserrat SemiBold" pitchFamily="2" charset="7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accent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47A9FB2D-5068-9A42-978E-1B336BE8C1FB}" vid="{AA838AC3-658D-7B43-9FC0-BA3FFF0538F4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Safespring</Template>
  <TotalTime>22</TotalTime>
  <Words>287</Words>
  <Application>Microsoft Macintosh PowerPoint</Application>
  <PresentationFormat>Bredbild</PresentationFormat>
  <Paragraphs>59</Paragraphs>
  <Slides>7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11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7</vt:i4>
      </vt:variant>
    </vt:vector>
  </HeadingPairs>
  <TitlesOfParts>
    <vt:vector size="19" baseType="lpstr">
      <vt:lpstr>Aptos</vt:lpstr>
      <vt:lpstr>Arial</vt:lpstr>
      <vt:lpstr>Calibri</vt:lpstr>
      <vt:lpstr>Century Gothic</vt:lpstr>
      <vt:lpstr>Hind Light</vt:lpstr>
      <vt:lpstr>Montserrat</vt:lpstr>
      <vt:lpstr>Montserrat ExtraLight</vt:lpstr>
      <vt:lpstr>Montserrat Light</vt:lpstr>
      <vt:lpstr>Montserrat Medium</vt:lpstr>
      <vt:lpstr>Montserrat SemiBold</vt:lpstr>
      <vt:lpstr>Systemtypsnitt</vt:lpstr>
      <vt:lpstr>Safespring</vt:lpstr>
      <vt:lpstr>Examples of PowerPoint graphics &amp; components</vt:lpstr>
      <vt:lpstr>Agenda</vt:lpstr>
      <vt:lpstr>Horizontal icon  and text box</vt:lpstr>
      <vt:lpstr>Example of  technical graphics</vt:lpstr>
      <vt:lpstr>Vertical icon and text box</vt:lpstr>
      <vt:lpstr>Icons and small text (2x3 or 1x3)</vt:lpstr>
      <vt:lpstr>Waterfall graphics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Boberg</dc:creator>
  <cp:lastModifiedBy>Marcus Boberg</cp:lastModifiedBy>
  <cp:revision>1</cp:revision>
  <dcterms:created xsi:type="dcterms:W3CDTF">2026-05-25T13:33:10Z</dcterms:created>
  <dcterms:modified xsi:type="dcterms:W3CDTF">2026-05-25T13:55:59Z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0x0101001C43B81DAFEB6E48968C393326E48C35</vt:lpwstr>
  </property>
</Properties>
</file>